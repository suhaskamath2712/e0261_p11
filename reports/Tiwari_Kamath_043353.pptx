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</p:sldMasterIdLst>
  <p:sldIdLst>
    <p:sldId id="257" r:id="rId2"/>
    <p:sldId id="263" r:id="rId3"/>
    <p:sldId id="258" r:id="rId4"/>
    <p:sldId id="259" r:id="rId5"/>
    <p:sldId id="264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2973C6-A128-8FDD-B7D4-4C8887E2D49E}" v="7" dt="2025-10-24T10:59:18.976"/>
    <p1510:client id="{71EEB687-9AB6-92D4-A88B-2C6200332080}" v="72" dt="2025-10-24T10:57:06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AE2DFF-D13A-42C5-BEF8-3C29B4A571B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726740F-1901-4CB7-8AAE-B0DD5F28EFE4}">
      <dgm:prSet/>
      <dgm:spPr/>
      <dgm:t>
        <a:bodyPr/>
        <a:lstStyle/>
        <a:p>
          <a:r>
            <a:rPr lang="en-US"/>
            <a:t>Query plans for the same SQL query can look different but still be equivalent.</a:t>
          </a:r>
        </a:p>
      </dgm:t>
    </dgm:pt>
    <dgm:pt modelId="{6E315E10-85DB-4978-9F8F-E83EFB8738A1}" type="parTrans" cxnId="{00C36534-65A6-4A8F-9B3A-6375DCED7118}">
      <dgm:prSet/>
      <dgm:spPr/>
      <dgm:t>
        <a:bodyPr/>
        <a:lstStyle/>
        <a:p>
          <a:endParaRPr lang="en-US"/>
        </a:p>
      </dgm:t>
    </dgm:pt>
    <dgm:pt modelId="{DF9DC16A-8203-4088-AD28-5B6AFA122A08}" type="sibTrans" cxnId="{00C36534-65A6-4A8F-9B3A-6375DCED7118}">
      <dgm:prSet/>
      <dgm:spPr/>
      <dgm:t>
        <a:bodyPr/>
        <a:lstStyle/>
        <a:p>
          <a:endParaRPr lang="en-US"/>
        </a:p>
      </dgm:t>
    </dgm:pt>
    <dgm:pt modelId="{A15CE49B-D12C-4907-935C-AE207C91147A}">
      <dgm:prSet/>
      <dgm:spPr/>
      <dgm:t>
        <a:bodyPr/>
        <a:lstStyle/>
        <a:p>
          <a:r>
            <a:rPr lang="en-US"/>
            <a:t>Equivalence testing is important for database optimizers, correctness testing, and detecting redundant queries.</a:t>
          </a:r>
        </a:p>
      </dgm:t>
    </dgm:pt>
    <dgm:pt modelId="{E934C38E-5256-42EA-A01B-80A00043D7C9}" type="parTrans" cxnId="{5CBE4A28-F32B-4AC9-811F-8AD4A8FAA8AF}">
      <dgm:prSet/>
      <dgm:spPr/>
      <dgm:t>
        <a:bodyPr/>
        <a:lstStyle/>
        <a:p>
          <a:endParaRPr lang="en-US"/>
        </a:p>
      </dgm:t>
    </dgm:pt>
    <dgm:pt modelId="{59812885-17CC-4D3C-967B-1F6D4E326185}" type="sibTrans" cxnId="{5CBE4A28-F32B-4AC9-811F-8AD4A8FAA8AF}">
      <dgm:prSet/>
      <dgm:spPr/>
      <dgm:t>
        <a:bodyPr/>
        <a:lstStyle/>
        <a:p>
          <a:endParaRPr lang="en-US"/>
        </a:p>
      </dgm:t>
    </dgm:pt>
    <dgm:pt modelId="{B135A6B2-0BDE-4730-B10F-8D704B7DE30B}">
      <dgm:prSet/>
      <dgm:spPr/>
      <dgm:t>
        <a:bodyPr/>
        <a:lstStyle/>
        <a:p>
          <a:r>
            <a:rPr lang="en-US"/>
            <a:t>Existing tools (like PostgreSQL’s planner) can’t easily verify plan equivalence — hence this research.</a:t>
          </a:r>
        </a:p>
      </dgm:t>
    </dgm:pt>
    <dgm:pt modelId="{40936B77-6C50-44C7-A814-BCA3419D1997}" type="parTrans" cxnId="{7B49DA4F-F419-4214-AE0F-920680F4EEAC}">
      <dgm:prSet/>
      <dgm:spPr/>
      <dgm:t>
        <a:bodyPr/>
        <a:lstStyle/>
        <a:p>
          <a:endParaRPr lang="en-US"/>
        </a:p>
      </dgm:t>
    </dgm:pt>
    <dgm:pt modelId="{0A71D53E-139E-45D6-9CAA-C33D4DEE10D6}" type="sibTrans" cxnId="{7B49DA4F-F419-4214-AE0F-920680F4EEAC}">
      <dgm:prSet/>
      <dgm:spPr/>
      <dgm:t>
        <a:bodyPr/>
        <a:lstStyle/>
        <a:p>
          <a:endParaRPr lang="en-US"/>
        </a:p>
      </dgm:t>
    </dgm:pt>
    <dgm:pt modelId="{C0688FBD-9757-42CB-B93C-602A61555E05}" type="pres">
      <dgm:prSet presAssocID="{93AE2DFF-D13A-42C5-BEF8-3C29B4A571B8}" presName="root" presStyleCnt="0">
        <dgm:presLayoutVars>
          <dgm:dir/>
          <dgm:resizeHandles val="exact"/>
        </dgm:presLayoutVars>
      </dgm:prSet>
      <dgm:spPr/>
    </dgm:pt>
    <dgm:pt modelId="{DCA9444D-19B7-4702-92D3-A3B67F7E9A34}" type="pres">
      <dgm:prSet presAssocID="{F726740F-1901-4CB7-8AAE-B0DD5F28EFE4}" presName="compNode" presStyleCnt="0"/>
      <dgm:spPr/>
    </dgm:pt>
    <dgm:pt modelId="{99BCAE8E-A491-4EAB-A512-FCC54DEAA4D1}" type="pres">
      <dgm:prSet presAssocID="{F726740F-1901-4CB7-8AAE-B0DD5F28EFE4}" presName="bgRect" presStyleLbl="bgShp" presStyleIdx="0" presStyleCnt="3"/>
      <dgm:spPr/>
    </dgm:pt>
    <dgm:pt modelId="{AF638CAA-2598-46EA-B30F-27FE8FF97712}" type="pres">
      <dgm:prSet presAssocID="{F726740F-1901-4CB7-8AAE-B0DD5F28EF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021F212-67A3-4768-98B3-F6B75C204BDF}" type="pres">
      <dgm:prSet presAssocID="{F726740F-1901-4CB7-8AAE-B0DD5F28EFE4}" presName="spaceRect" presStyleCnt="0"/>
      <dgm:spPr/>
    </dgm:pt>
    <dgm:pt modelId="{2D5C8D29-6B9C-4FD2-9B1C-EB3ECF7E6FD2}" type="pres">
      <dgm:prSet presAssocID="{F726740F-1901-4CB7-8AAE-B0DD5F28EFE4}" presName="parTx" presStyleLbl="revTx" presStyleIdx="0" presStyleCnt="3">
        <dgm:presLayoutVars>
          <dgm:chMax val="0"/>
          <dgm:chPref val="0"/>
        </dgm:presLayoutVars>
      </dgm:prSet>
      <dgm:spPr/>
    </dgm:pt>
    <dgm:pt modelId="{843D528D-A4B7-4251-AA20-264571D04E9B}" type="pres">
      <dgm:prSet presAssocID="{DF9DC16A-8203-4088-AD28-5B6AFA122A08}" presName="sibTrans" presStyleCnt="0"/>
      <dgm:spPr/>
    </dgm:pt>
    <dgm:pt modelId="{8E8FC6FB-DDDE-4939-83DF-A8879C40E179}" type="pres">
      <dgm:prSet presAssocID="{A15CE49B-D12C-4907-935C-AE207C91147A}" presName="compNode" presStyleCnt="0"/>
      <dgm:spPr/>
    </dgm:pt>
    <dgm:pt modelId="{1FA60000-3A31-4E37-AE9B-FD8DBB7ED224}" type="pres">
      <dgm:prSet presAssocID="{A15CE49B-D12C-4907-935C-AE207C91147A}" presName="bgRect" presStyleLbl="bgShp" presStyleIdx="1" presStyleCnt="3"/>
      <dgm:spPr/>
    </dgm:pt>
    <dgm:pt modelId="{8A976520-CF6E-4725-9994-2D333091CAC1}" type="pres">
      <dgm:prSet presAssocID="{A15CE49B-D12C-4907-935C-AE207C91147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A285AF1-961A-46FB-8601-ED2C00202CB5}" type="pres">
      <dgm:prSet presAssocID="{A15CE49B-D12C-4907-935C-AE207C91147A}" presName="spaceRect" presStyleCnt="0"/>
      <dgm:spPr/>
    </dgm:pt>
    <dgm:pt modelId="{71BCDFC8-4544-46C7-B69F-A179B9EC840C}" type="pres">
      <dgm:prSet presAssocID="{A15CE49B-D12C-4907-935C-AE207C91147A}" presName="parTx" presStyleLbl="revTx" presStyleIdx="1" presStyleCnt="3">
        <dgm:presLayoutVars>
          <dgm:chMax val="0"/>
          <dgm:chPref val="0"/>
        </dgm:presLayoutVars>
      </dgm:prSet>
      <dgm:spPr/>
    </dgm:pt>
    <dgm:pt modelId="{757B41E1-B538-43CF-8113-1C3F880979B3}" type="pres">
      <dgm:prSet presAssocID="{59812885-17CC-4D3C-967B-1F6D4E326185}" presName="sibTrans" presStyleCnt="0"/>
      <dgm:spPr/>
    </dgm:pt>
    <dgm:pt modelId="{66CC2130-B4C0-48CB-BAE0-0289B1C90825}" type="pres">
      <dgm:prSet presAssocID="{B135A6B2-0BDE-4730-B10F-8D704B7DE30B}" presName="compNode" presStyleCnt="0"/>
      <dgm:spPr/>
    </dgm:pt>
    <dgm:pt modelId="{8C371C55-DC9B-4B8D-AA24-5869A9E4A541}" type="pres">
      <dgm:prSet presAssocID="{B135A6B2-0BDE-4730-B10F-8D704B7DE30B}" presName="bgRect" presStyleLbl="bgShp" presStyleIdx="2" presStyleCnt="3"/>
      <dgm:spPr/>
    </dgm:pt>
    <dgm:pt modelId="{02BD68AF-28D2-4C67-8227-7A8AFAC85978}" type="pres">
      <dgm:prSet presAssocID="{B135A6B2-0BDE-4730-B10F-8D704B7DE30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434F5876-01AA-48D1-94DD-8ACEA06F3C81}" type="pres">
      <dgm:prSet presAssocID="{B135A6B2-0BDE-4730-B10F-8D704B7DE30B}" presName="spaceRect" presStyleCnt="0"/>
      <dgm:spPr/>
    </dgm:pt>
    <dgm:pt modelId="{01834164-70C8-4D34-A396-46D68ECE1A2B}" type="pres">
      <dgm:prSet presAssocID="{B135A6B2-0BDE-4730-B10F-8D704B7DE30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E299F06-D021-420E-9F34-BB6AAD025967}" type="presOf" srcId="{B135A6B2-0BDE-4730-B10F-8D704B7DE30B}" destId="{01834164-70C8-4D34-A396-46D68ECE1A2B}" srcOrd="0" destOrd="0" presId="urn:microsoft.com/office/officeart/2018/2/layout/IconVerticalSolidList"/>
    <dgm:cxn modelId="{5CBE4A28-F32B-4AC9-811F-8AD4A8FAA8AF}" srcId="{93AE2DFF-D13A-42C5-BEF8-3C29B4A571B8}" destId="{A15CE49B-D12C-4907-935C-AE207C91147A}" srcOrd="1" destOrd="0" parTransId="{E934C38E-5256-42EA-A01B-80A00043D7C9}" sibTransId="{59812885-17CC-4D3C-967B-1F6D4E326185}"/>
    <dgm:cxn modelId="{99510A29-D088-4179-AE44-7376A4DDBCD2}" type="presOf" srcId="{A15CE49B-D12C-4907-935C-AE207C91147A}" destId="{71BCDFC8-4544-46C7-B69F-A179B9EC840C}" srcOrd="0" destOrd="0" presId="urn:microsoft.com/office/officeart/2018/2/layout/IconVerticalSolidList"/>
    <dgm:cxn modelId="{00C36534-65A6-4A8F-9B3A-6375DCED7118}" srcId="{93AE2DFF-D13A-42C5-BEF8-3C29B4A571B8}" destId="{F726740F-1901-4CB7-8AAE-B0DD5F28EFE4}" srcOrd="0" destOrd="0" parTransId="{6E315E10-85DB-4978-9F8F-E83EFB8738A1}" sibTransId="{DF9DC16A-8203-4088-AD28-5B6AFA122A08}"/>
    <dgm:cxn modelId="{7B49DA4F-F419-4214-AE0F-920680F4EEAC}" srcId="{93AE2DFF-D13A-42C5-BEF8-3C29B4A571B8}" destId="{B135A6B2-0BDE-4730-B10F-8D704B7DE30B}" srcOrd="2" destOrd="0" parTransId="{40936B77-6C50-44C7-A814-BCA3419D1997}" sibTransId="{0A71D53E-139E-45D6-9CAA-C33D4DEE10D6}"/>
    <dgm:cxn modelId="{09831B96-8713-4E6E-83EF-6CC6F9B67FBD}" type="presOf" srcId="{93AE2DFF-D13A-42C5-BEF8-3C29B4A571B8}" destId="{C0688FBD-9757-42CB-B93C-602A61555E05}" srcOrd="0" destOrd="0" presId="urn:microsoft.com/office/officeart/2018/2/layout/IconVerticalSolidList"/>
    <dgm:cxn modelId="{CD2BBEB1-B9FC-4DFD-8023-1DABF211AB27}" type="presOf" srcId="{F726740F-1901-4CB7-8AAE-B0DD5F28EFE4}" destId="{2D5C8D29-6B9C-4FD2-9B1C-EB3ECF7E6FD2}" srcOrd="0" destOrd="0" presId="urn:microsoft.com/office/officeart/2018/2/layout/IconVerticalSolidList"/>
    <dgm:cxn modelId="{450B24F3-2BFB-4BFA-A1B9-257180A96D5F}" type="presParOf" srcId="{C0688FBD-9757-42CB-B93C-602A61555E05}" destId="{DCA9444D-19B7-4702-92D3-A3B67F7E9A34}" srcOrd="0" destOrd="0" presId="urn:microsoft.com/office/officeart/2018/2/layout/IconVerticalSolidList"/>
    <dgm:cxn modelId="{6595A409-42EA-4F87-BD69-B498FDF5C657}" type="presParOf" srcId="{DCA9444D-19B7-4702-92D3-A3B67F7E9A34}" destId="{99BCAE8E-A491-4EAB-A512-FCC54DEAA4D1}" srcOrd="0" destOrd="0" presId="urn:microsoft.com/office/officeart/2018/2/layout/IconVerticalSolidList"/>
    <dgm:cxn modelId="{DB0C47EE-D83F-4A75-84F6-EEA0C3DD7C39}" type="presParOf" srcId="{DCA9444D-19B7-4702-92D3-A3B67F7E9A34}" destId="{AF638CAA-2598-46EA-B30F-27FE8FF97712}" srcOrd="1" destOrd="0" presId="urn:microsoft.com/office/officeart/2018/2/layout/IconVerticalSolidList"/>
    <dgm:cxn modelId="{B45E5ECA-64E6-48F9-A411-5EEB7AEADEB3}" type="presParOf" srcId="{DCA9444D-19B7-4702-92D3-A3B67F7E9A34}" destId="{A021F212-67A3-4768-98B3-F6B75C204BDF}" srcOrd="2" destOrd="0" presId="urn:microsoft.com/office/officeart/2018/2/layout/IconVerticalSolidList"/>
    <dgm:cxn modelId="{CD3B8010-392E-4EAB-B3AE-8BBFF357A4F7}" type="presParOf" srcId="{DCA9444D-19B7-4702-92D3-A3B67F7E9A34}" destId="{2D5C8D29-6B9C-4FD2-9B1C-EB3ECF7E6FD2}" srcOrd="3" destOrd="0" presId="urn:microsoft.com/office/officeart/2018/2/layout/IconVerticalSolidList"/>
    <dgm:cxn modelId="{F684411F-C75F-478C-9998-82B3A9CA5019}" type="presParOf" srcId="{C0688FBD-9757-42CB-B93C-602A61555E05}" destId="{843D528D-A4B7-4251-AA20-264571D04E9B}" srcOrd="1" destOrd="0" presId="urn:microsoft.com/office/officeart/2018/2/layout/IconVerticalSolidList"/>
    <dgm:cxn modelId="{8D8E17B1-9993-4A96-90E6-CBF55221082F}" type="presParOf" srcId="{C0688FBD-9757-42CB-B93C-602A61555E05}" destId="{8E8FC6FB-DDDE-4939-83DF-A8879C40E179}" srcOrd="2" destOrd="0" presId="urn:microsoft.com/office/officeart/2018/2/layout/IconVerticalSolidList"/>
    <dgm:cxn modelId="{DF57602E-90BD-4DD3-9C47-F99BDCA95094}" type="presParOf" srcId="{8E8FC6FB-DDDE-4939-83DF-A8879C40E179}" destId="{1FA60000-3A31-4E37-AE9B-FD8DBB7ED224}" srcOrd="0" destOrd="0" presId="urn:microsoft.com/office/officeart/2018/2/layout/IconVerticalSolidList"/>
    <dgm:cxn modelId="{61DB42D6-33BB-4FE0-9229-21F811511C21}" type="presParOf" srcId="{8E8FC6FB-DDDE-4939-83DF-A8879C40E179}" destId="{8A976520-CF6E-4725-9994-2D333091CAC1}" srcOrd="1" destOrd="0" presId="urn:microsoft.com/office/officeart/2018/2/layout/IconVerticalSolidList"/>
    <dgm:cxn modelId="{DFF31258-C91D-4B3A-BA06-5C11689F3B02}" type="presParOf" srcId="{8E8FC6FB-DDDE-4939-83DF-A8879C40E179}" destId="{CA285AF1-961A-46FB-8601-ED2C00202CB5}" srcOrd="2" destOrd="0" presId="urn:microsoft.com/office/officeart/2018/2/layout/IconVerticalSolidList"/>
    <dgm:cxn modelId="{891DFB7A-AE52-4C31-A97A-C7D9B0DEA12B}" type="presParOf" srcId="{8E8FC6FB-DDDE-4939-83DF-A8879C40E179}" destId="{71BCDFC8-4544-46C7-B69F-A179B9EC840C}" srcOrd="3" destOrd="0" presId="urn:microsoft.com/office/officeart/2018/2/layout/IconVerticalSolidList"/>
    <dgm:cxn modelId="{008489FE-5C1D-47E6-BA63-7DA01C2FEAFF}" type="presParOf" srcId="{C0688FBD-9757-42CB-B93C-602A61555E05}" destId="{757B41E1-B538-43CF-8113-1C3F880979B3}" srcOrd="3" destOrd="0" presId="urn:microsoft.com/office/officeart/2018/2/layout/IconVerticalSolidList"/>
    <dgm:cxn modelId="{5413E5BB-874B-41D4-9402-E8399392C765}" type="presParOf" srcId="{C0688FBD-9757-42CB-B93C-602A61555E05}" destId="{66CC2130-B4C0-48CB-BAE0-0289B1C90825}" srcOrd="4" destOrd="0" presId="urn:microsoft.com/office/officeart/2018/2/layout/IconVerticalSolidList"/>
    <dgm:cxn modelId="{11758AAD-92F0-4765-9D8D-6EB4CFEF8EB3}" type="presParOf" srcId="{66CC2130-B4C0-48CB-BAE0-0289B1C90825}" destId="{8C371C55-DC9B-4B8D-AA24-5869A9E4A541}" srcOrd="0" destOrd="0" presId="urn:microsoft.com/office/officeart/2018/2/layout/IconVerticalSolidList"/>
    <dgm:cxn modelId="{9993240E-AE2F-4E89-85C8-7CB103ADA8A6}" type="presParOf" srcId="{66CC2130-B4C0-48CB-BAE0-0289B1C90825}" destId="{02BD68AF-28D2-4C67-8227-7A8AFAC85978}" srcOrd="1" destOrd="0" presId="urn:microsoft.com/office/officeart/2018/2/layout/IconVerticalSolidList"/>
    <dgm:cxn modelId="{02E3AFCA-02D9-4956-BC65-146EB5063D12}" type="presParOf" srcId="{66CC2130-B4C0-48CB-BAE0-0289B1C90825}" destId="{434F5876-01AA-48D1-94DD-8ACEA06F3C81}" srcOrd="2" destOrd="0" presId="urn:microsoft.com/office/officeart/2018/2/layout/IconVerticalSolidList"/>
    <dgm:cxn modelId="{6C9AFDD2-EC27-4C7F-B90A-A01093A0FC17}" type="presParOf" srcId="{66CC2130-B4C0-48CB-BAE0-0289B1C90825}" destId="{01834164-70C8-4D34-A396-46D68ECE1A2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B7FDE53-0F4C-4DC4-8800-8F40B4E903D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1EFD5ABF-2543-4D08-AAAA-ADF21F3ED5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require query plans as input for the LLM.</a:t>
          </a:r>
        </a:p>
      </dgm:t>
    </dgm:pt>
    <dgm:pt modelId="{BDDECC53-AF25-47A0-9447-B2E0A4612C28}" type="parTrans" cxnId="{48C3602B-A297-4374-A5DA-BBD3B31A4555}">
      <dgm:prSet/>
      <dgm:spPr/>
      <dgm:t>
        <a:bodyPr/>
        <a:lstStyle/>
        <a:p>
          <a:endParaRPr lang="en-US"/>
        </a:p>
      </dgm:t>
    </dgm:pt>
    <dgm:pt modelId="{2EB5EB4C-C0FF-4BC1-8F7A-89E1FAA0D44C}" type="sibTrans" cxnId="{48C3602B-A297-4374-A5DA-BBD3B31A45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99DD66C-BF4B-436A-B5ED-8D1F58DE9C6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We have used the EXPLAIN JSON command in PostgreSQL to obtain the detailed query plan in JSON format.</a:t>
          </a:r>
        </a:p>
      </dgm:t>
    </dgm:pt>
    <dgm:pt modelId="{E43C7069-AB80-4872-9047-D306914802C9}" type="parTrans" cxnId="{A20B5656-B382-4D76-BA5C-DB7E0EA75D1A}">
      <dgm:prSet/>
      <dgm:spPr/>
      <dgm:t>
        <a:bodyPr/>
        <a:lstStyle/>
        <a:p>
          <a:endParaRPr lang="en-US"/>
        </a:p>
      </dgm:t>
    </dgm:pt>
    <dgm:pt modelId="{4D53D419-9CC3-45C5-8402-2F64E902B731}" type="sibTrans" cxnId="{A20B5656-B382-4D76-BA5C-DB7E0EA75D1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2C64931-AC8E-4542-A6E2-B679566041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We then “clean” the query plan to remove system-specific information such as planning time, execution time, no. of disk blocks read, etc.</a:t>
          </a:r>
        </a:p>
      </dgm:t>
    </dgm:pt>
    <dgm:pt modelId="{BBAD090A-4F33-43AC-AA04-706C315E3D56}" type="parTrans" cxnId="{FB91AC5C-225E-472A-9BAF-F034A4405997}">
      <dgm:prSet/>
      <dgm:spPr/>
      <dgm:t>
        <a:bodyPr/>
        <a:lstStyle/>
        <a:p>
          <a:endParaRPr lang="en-US"/>
        </a:p>
      </dgm:t>
    </dgm:pt>
    <dgm:pt modelId="{A698442B-73DF-4698-89C1-5DEE9ECBBA53}" type="sibTrans" cxnId="{FB91AC5C-225E-472A-9BAF-F034A4405997}">
      <dgm:prSet/>
      <dgm:spPr/>
      <dgm:t>
        <a:bodyPr/>
        <a:lstStyle/>
        <a:p>
          <a:endParaRPr lang="en-US"/>
        </a:p>
      </dgm:t>
    </dgm:pt>
    <dgm:pt modelId="{83D3E881-ACB9-4678-A554-99A5EB1D995A}" type="pres">
      <dgm:prSet presAssocID="{DB7FDE53-0F4C-4DC4-8800-8F40B4E903DC}" presName="root" presStyleCnt="0">
        <dgm:presLayoutVars>
          <dgm:dir/>
          <dgm:resizeHandles val="exact"/>
        </dgm:presLayoutVars>
      </dgm:prSet>
      <dgm:spPr/>
    </dgm:pt>
    <dgm:pt modelId="{27D6B434-B6A0-4F07-8A15-7629CA64C5EA}" type="pres">
      <dgm:prSet presAssocID="{1EFD5ABF-2543-4D08-AAAA-ADF21F3ED538}" presName="compNode" presStyleCnt="0"/>
      <dgm:spPr/>
    </dgm:pt>
    <dgm:pt modelId="{593DA778-CC1C-4EB5-A569-23ED6987B85C}" type="pres">
      <dgm:prSet presAssocID="{1EFD5ABF-2543-4D08-AAAA-ADF21F3ED53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94E53D06-E5BE-48E8-9F60-6BB1CD74D491}" type="pres">
      <dgm:prSet presAssocID="{1EFD5ABF-2543-4D08-AAAA-ADF21F3ED538}" presName="spaceRect" presStyleCnt="0"/>
      <dgm:spPr/>
    </dgm:pt>
    <dgm:pt modelId="{6EF2B11E-10C6-4806-86DC-8B638F69FCEA}" type="pres">
      <dgm:prSet presAssocID="{1EFD5ABF-2543-4D08-AAAA-ADF21F3ED538}" presName="textRect" presStyleLbl="revTx" presStyleIdx="0" presStyleCnt="3" custLinFactNeighborX="-1857" custLinFactNeighborY="-18289">
        <dgm:presLayoutVars>
          <dgm:chMax val="1"/>
          <dgm:chPref val="1"/>
        </dgm:presLayoutVars>
      </dgm:prSet>
      <dgm:spPr/>
    </dgm:pt>
    <dgm:pt modelId="{F6451DF4-2171-4E1B-96E6-EDFA4E7DA973}" type="pres">
      <dgm:prSet presAssocID="{2EB5EB4C-C0FF-4BC1-8F7A-89E1FAA0D44C}" presName="sibTrans" presStyleCnt="0"/>
      <dgm:spPr/>
    </dgm:pt>
    <dgm:pt modelId="{EA473BDE-3EA2-4BBF-8CD9-9558C553FE19}" type="pres">
      <dgm:prSet presAssocID="{A99DD66C-BF4B-436A-B5ED-8D1F58DE9C6D}" presName="compNode" presStyleCnt="0"/>
      <dgm:spPr/>
    </dgm:pt>
    <dgm:pt modelId="{3DFC030B-141F-4924-B9C5-248EE751BCD9}" type="pres">
      <dgm:prSet presAssocID="{A99DD66C-BF4B-436A-B5ED-8D1F58DE9C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C6B831F-7319-42BD-8617-E5DD361D1981}" type="pres">
      <dgm:prSet presAssocID="{A99DD66C-BF4B-436A-B5ED-8D1F58DE9C6D}" presName="spaceRect" presStyleCnt="0"/>
      <dgm:spPr/>
    </dgm:pt>
    <dgm:pt modelId="{67B9EBBD-77E3-4226-996E-0FF4DE98CF04}" type="pres">
      <dgm:prSet presAssocID="{A99DD66C-BF4B-436A-B5ED-8D1F58DE9C6D}" presName="textRect" presStyleLbl="revTx" presStyleIdx="1" presStyleCnt="3" custLinFactNeighborX="-1857" custLinFactNeighborY="-18289">
        <dgm:presLayoutVars>
          <dgm:chMax val="1"/>
          <dgm:chPref val="1"/>
        </dgm:presLayoutVars>
      </dgm:prSet>
      <dgm:spPr/>
    </dgm:pt>
    <dgm:pt modelId="{795B3F65-EC0A-43B6-BF92-0DBD868B22DC}" type="pres">
      <dgm:prSet presAssocID="{4D53D419-9CC3-45C5-8402-2F64E902B731}" presName="sibTrans" presStyleCnt="0"/>
      <dgm:spPr/>
    </dgm:pt>
    <dgm:pt modelId="{D0E42033-A8D9-4F4E-A8E9-F240891627BD}" type="pres">
      <dgm:prSet presAssocID="{32C64931-AC8E-4542-A6E2-B679566041FC}" presName="compNode" presStyleCnt="0"/>
      <dgm:spPr/>
    </dgm:pt>
    <dgm:pt modelId="{65458E59-0F5F-4E40-9A67-9CDB82D82F98}" type="pres">
      <dgm:prSet presAssocID="{32C64931-AC8E-4542-A6E2-B679566041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DBE4851-8932-4279-AA17-C3F214FB92FF}" type="pres">
      <dgm:prSet presAssocID="{32C64931-AC8E-4542-A6E2-B679566041FC}" presName="spaceRect" presStyleCnt="0"/>
      <dgm:spPr/>
    </dgm:pt>
    <dgm:pt modelId="{8FF78F7D-5EB7-4015-8295-175E838DDC1F}" type="pres">
      <dgm:prSet presAssocID="{32C64931-AC8E-4542-A6E2-B679566041FC}" presName="textRect" presStyleLbl="revTx" presStyleIdx="2" presStyleCnt="3" custLinFactNeighborX="-1857" custLinFactNeighborY="-18289">
        <dgm:presLayoutVars>
          <dgm:chMax val="1"/>
          <dgm:chPref val="1"/>
        </dgm:presLayoutVars>
      </dgm:prSet>
      <dgm:spPr/>
    </dgm:pt>
  </dgm:ptLst>
  <dgm:cxnLst>
    <dgm:cxn modelId="{95B8CA1B-C100-4FF2-841B-FCE6B5170E02}" type="presOf" srcId="{32C64931-AC8E-4542-A6E2-B679566041FC}" destId="{8FF78F7D-5EB7-4015-8295-175E838DDC1F}" srcOrd="0" destOrd="0" presId="urn:microsoft.com/office/officeart/2018/2/layout/IconLabelList"/>
    <dgm:cxn modelId="{48C3602B-A297-4374-A5DA-BBD3B31A4555}" srcId="{DB7FDE53-0F4C-4DC4-8800-8F40B4E903DC}" destId="{1EFD5ABF-2543-4D08-AAAA-ADF21F3ED538}" srcOrd="0" destOrd="0" parTransId="{BDDECC53-AF25-47A0-9447-B2E0A4612C28}" sibTransId="{2EB5EB4C-C0FF-4BC1-8F7A-89E1FAA0D44C}"/>
    <dgm:cxn modelId="{FB91AC5C-225E-472A-9BAF-F034A4405997}" srcId="{DB7FDE53-0F4C-4DC4-8800-8F40B4E903DC}" destId="{32C64931-AC8E-4542-A6E2-B679566041FC}" srcOrd="2" destOrd="0" parTransId="{BBAD090A-4F33-43AC-AA04-706C315E3D56}" sibTransId="{A698442B-73DF-4698-89C1-5DEE9ECBBA53}"/>
    <dgm:cxn modelId="{2C836443-B613-4EF5-8889-B06A89DA0D3C}" type="presOf" srcId="{A99DD66C-BF4B-436A-B5ED-8D1F58DE9C6D}" destId="{67B9EBBD-77E3-4226-996E-0FF4DE98CF04}" srcOrd="0" destOrd="0" presId="urn:microsoft.com/office/officeart/2018/2/layout/IconLabelList"/>
    <dgm:cxn modelId="{F1D16348-14F2-4602-9697-00D861A58993}" type="presOf" srcId="{DB7FDE53-0F4C-4DC4-8800-8F40B4E903DC}" destId="{83D3E881-ACB9-4678-A554-99A5EB1D995A}" srcOrd="0" destOrd="0" presId="urn:microsoft.com/office/officeart/2018/2/layout/IconLabelList"/>
    <dgm:cxn modelId="{A20B5656-B382-4D76-BA5C-DB7E0EA75D1A}" srcId="{DB7FDE53-0F4C-4DC4-8800-8F40B4E903DC}" destId="{A99DD66C-BF4B-436A-B5ED-8D1F58DE9C6D}" srcOrd="1" destOrd="0" parTransId="{E43C7069-AB80-4872-9047-D306914802C9}" sibTransId="{4D53D419-9CC3-45C5-8402-2F64E902B731}"/>
    <dgm:cxn modelId="{9ECAECB5-8F91-4A66-968A-3665659C8B57}" type="presOf" srcId="{1EFD5ABF-2543-4D08-AAAA-ADF21F3ED538}" destId="{6EF2B11E-10C6-4806-86DC-8B638F69FCEA}" srcOrd="0" destOrd="0" presId="urn:microsoft.com/office/officeart/2018/2/layout/IconLabelList"/>
    <dgm:cxn modelId="{C8B2C1FD-F733-4CCE-B28E-9E45DF03FC1C}" type="presParOf" srcId="{83D3E881-ACB9-4678-A554-99A5EB1D995A}" destId="{27D6B434-B6A0-4F07-8A15-7629CA64C5EA}" srcOrd="0" destOrd="0" presId="urn:microsoft.com/office/officeart/2018/2/layout/IconLabelList"/>
    <dgm:cxn modelId="{6D860A25-65DA-4BA2-990D-EDEF93133950}" type="presParOf" srcId="{27D6B434-B6A0-4F07-8A15-7629CA64C5EA}" destId="{593DA778-CC1C-4EB5-A569-23ED6987B85C}" srcOrd="0" destOrd="0" presId="urn:microsoft.com/office/officeart/2018/2/layout/IconLabelList"/>
    <dgm:cxn modelId="{530A2882-90F2-47B6-9994-E8B6285BEE59}" type="presParOf" srcId="{27D6B434-B6A0-4F07-8A15-7629CA64C5EA}" destId="{94E53D06-E5BE-48E8-9F60-6BB1CD74D491}" srcOrd="1" destOrd="0" presId="urn:microsoft.com/office/officeart/2018/2/layout/IconLabelList"/>
    <dgm:cxn modelId="{8F93238C-8A07-47F4-9D16-FE7180DA7C89}" type="presParOf" srcId="{27D6B434-B6A0-4F07-8A15-7629CA64C5EA}" destId="{6EF2B11E-10C6-4806-86DC-8B638F69FCEA}" srcOrd="2" destOrd="0" presId="urn:microsoft.com/office/officeart/2018/2/layout/IconLabelList"/>
    <dgm:cxn modelId="{6789BF37-09AF-47FA-A7DF-1E7C693C31CD}" type="presParOf" srcId="{83D3E881-ACB9-4678-A554-99A5EB1D995A}" destId="{F6451DF4-2171-4E1B-96E6-EDFA4E7DA973}" srcOrd="1" destOrd="0" presId="urn:microsoft.com/office/officeart/2018/2/layout/IconLabelList"/>
    <dgm:cxn modelId="{CB65E914-2BE6-4078-ADB8-02D00E2C8FFD}" type="presParOf" srcId="{83D3E881-ACB9-4678-A554-99A5EB1D995A}" destId="{EA473BDE-3EA2-4BBF-8CD9-9558C553FE19}" srcOrd="2" destOrd="0" presId="urn:microsoft.com/office/officeart/2018/2/layout/IconLabelList"/>
    <dgm:cxn modelId="{5A4D1F24-AB9E-4DDD-AF61-58D51F57EF84}" type="presParOf" srcId="{EA473BDE-3EA2-4BBF-8CD9-9558C553FE19}" destId="{3DFC030B-141F-4924-B9C5-248EE751BCD9}" srcOrd="0" destOrd="0" presId="urn:microsoft.com/office/officeart/2018/2/layout/IconLabelList"/>
    <dgm:cxn modelId="{D33D6D3A-7D77-4BCC-B04C-9161901790B3}" type="presParOf" srcId="{EA473BDE-3EA2-4BBF-8CD9-9558C553FE19}" destId="{EC6B831F-7319-42BD-8617-E5DD361D1981}" srcOrd="1" destOrd="0" presId="urn:microsoft.com/office/officeart/2018/2/layout/IconLabelList"/>
    <dgm:cxn modelId="{A7684C18-1027-4F14-9831-93B6B5E1BA17}" type="presParOf" srcId="{EA473BDE-3EA2-4BBF-8CD9-9558C553FE19}" destId="{67B9EBBD-77E3-4226-996E-0FF4DE98CF04}" srcOrd="2" destOrd="0" presId="urn:microsoft.com/office/officeart/2018/2/layout/IconLabelList"/>
    <dgm:cxn modelId="{4B708FCF-C251-4E84-8BEB-D7CE76B26B60}" type="presParOf" srcId="{83D3E881-ACB9-4678-A554-99A5EB1D995A}" destId="{795B3F65-EC0A-43B6-BF92-0DBD868B22DC}" srcOrd="3" destOrd="0" presId="urn:microsoft.com/office/officeart/2018/2/layout/IconLabelList"/>
    <dgm:cxn modelId="{A9B5840B-929F-4081-A981-90ED70177E42}" type="presParOf" srcId="{83D3E881-ACB9-4678-A554-99A5EB1D995A}" destId="{D0E42033-A8D9-4F4E-A8E9-F240891627BD}" srcOrd="4" destOrd="0" presId="urn:microsoft.com/office/officeart/2018/2/layout/IconLabelList"/>
    <dgm:cxn modelId="{FD728E7E-FB2D-45A1-888F-D5C932EB6D1C}" type="presParOf" srcId="{D0E42033-A8D9-4F4E-A8E9-F240891627BD}" destId="{65458E59-0F5F-4E40-9A67-9CDB82D82F98}" srcOrd="0" destOrd="0" presId="urn:microsoft.com/office/officeart/2018/2/layout/IconLabelList"/>
    <dgm:cxn modelId="{A19FC108-2E6F-459B-BED1-12C74023DA6D}" type="presParOf" srcId="{D0E42033-A8D9-4F4E-A8E9-F240891627BD}" destId="{BDBE4851-8932-4279-AA17-C3F214FB92FF}" srcOrd="1" destOrd="0" presId="urn:microsoft.com/office/officeart/2018/2/layout/IconLabelList"/>
    <dgm:cxn modelId="{4A4C6832-6378-4C8D-ADF6-5CFE6367C818}" type="presParOf" srcId="{D0E42033-A8D9-4F4E-A8E9-F240891627BD}" destId="{8FF78F7D-5EB7-4015-8295-175E838DDC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EBBE2B-D2CD-478B-A624-DCCA7E2E5C9B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D36FC18-49C4-449D-A979-4C00445CD985}">
      <dgm:prSet phldrT="[Text]" phldr="0"/>
      <dgm:spPr/>
      <dgm:t>
        <a:bodyPr/>
        <a:lstStyle/>
        <a:p>
          <a:r>
            <a:rPr lang="en-US" dirty="0"/>
            <a:t>Equivalent Queries</a:t>
          </a:r>
          <a:endParaRPr lang="en-IN" dirty="0"/>
        </a:p>
      </dgm:t>
    </dgm:pt>
    <dgm:pt modelId="{4B3B5003-D584-46FB-890E-799713F45AAE}" type="parTrans" cxnId="{1B35C74B-526F-49BC-B35E-F6205817467B}">
      <dgm:prSet/>
      <dgm:spPr/>
      <dgm:t>
        <a:bodyPr/>
        <a:lstStyle/>
        <a:p>
          <a:endParaRPr lang="en-IN"/>
        </a:p>
      </dgm:t>
    </dgm:pt>
    <dgm:pt modelId="{FBA1AA27-9BC7-4B4E-9C28-E092BCF99FC5}" type="sibTrans" cxnId="{1B35C74B-526F-49BC-B35E-F6205817467B}">
      <dgm:prSet/>
      <dgm:spPr/>
      <dgm:t>
        <a:bodyPr/>
        <a:lstStyle/>
        <a:p>
          <a:r>
            <a:rPr lang="en-US" dirty="0"/>
            <a:t>57</a:t>
          </a:r>
          <a:endParaRPr lang="en-IN" dirty="0"/>
        </a:p>
      </dgm:t>
    </dgm:pt>
    <dgm:pt modelId="{38211E13-FC9A-46B1-BAD4-53829F2E4AF5}">
      <dgm:prSet phldrT="[Text]" phldr="0"/>
      <dgm:spPr/>
      <dgm:t>
        <a:bodyPr/>
        <a:lstStyle/>
        <a:p>
          <a:r>
            <a:rPr lang="en-US" dirty="0"/>
            <a:t>True</a:t>
          </a:r>
          <a:endParaRPr lang="en-IN" dirty="0"/>
        </a:p>
      </dgm:t>
    </dgm:pt>
    <dgm:pt modelId="{DCABB8FB-6438-4A37-A9EA-D3FCA9258D79}" type="parTrans" cxnId="{417E8B96-8CE8-45E4-B90F-72AB6288BEAF}">
      <dgm:prSet/>
      <dgm:spPr/>
      <dgm:t>
        <a:bodyPr/>
        <a:lstStyle/>
        <a:p>
          <a:endParaRPr lang="en-IN"/>
        </a:p>
      </dgm:t>
    </dgm:pt>
    <dgm:pt modelId="{1F381493-2769-4E68-81CD-20194A90A6B1}" type="sibTrans" cxnId="{417E8B96-8CE8-45E4-B90F-72AB6288BEAF}">
      <dgm:prSet/>
      <dgm:spPr/>
      <dgm:t>
        <a:bodyPr/>
        <a:lstStyle/>
        <a:p>
          <a:r>
            <a:rPr lang="en-US" dirty="0"/>
            <a:t>47</a:t>
          </a:r>
          <a:endParaRPr lang="en-IN" dirty="0"/>
        </a:p>
      </dgm:t>
    </dgm:pt>
    <dgm:pt modelId="{E240BA3F-4481-4F02-B7BF-E5EC1C3ADA14}">
      <dgm:prSet phldrT="[Text]" phldr="0"/>
      <dgm:spPr/>
      <dgm:t>
        <a:bodyPr/>
        <a:lstStyle/>
        <a:p>
          <a:r>
            <a:rPr lang="en-US" dirty="0"/>
            <a:t>List of some Transformations</a:t>
          </a:r>
          <a:endParaRPr lang="en-IN" dirty="0"/>
        </a:p>
      </dgm:t>
    </dgm:pt>
    <dgm:pt modelId="{387C709B-E914-4253-824B-7D813226CBAC}" type="parTrans" cxnId="{8515EB53-4EB3-4BF9-8127-6BFCDEF643DA}">
      <dgm:prSet/>
      <dgm:spPr/>
      <dgm:t>
        <a:bodyPr/>
        <a:lstStyle/>
        <a:p>
          <a:endParaRPr lang="en-IN"/>
        </a:p>
      </dgm:t>
    </dgm:pt>
    <dgm:pt modelId="{00CC0533-D711-4B77-A105-0E1558A4187A}" type="sibTrans" cxnId="{8515EB53-4EB3-4BF9-8127-6BFCDEF643DA}">
      <dgm:prSet/>
      <dgm:spPr/>
      <dgm:t>
        <a:bodyPr/>
        <a:lstStyle/>
        <a:p>
          <a:r>
            <a:rPr lang="en-US" dirty="0"/>
            <a:t>23</a:t>
          </a:r>
          <a:endParaRPr lang="en-IN" dirty="0"/>
        </a:p>
      </dgm:t>
    </dgm:pt>
    <dgm:pt modelId="{052EA08E-89D2-4FB6-8ABC-BD18F579232E}">
      <dgm:prSet phldrT="[Text]" phldr="0"/>
      <dgm:spPr/>
      <dgm:t>
        <a:bodyPr/>
        <a:lstStyle/>
        <a:p>
          <a:r>
            <a:rPr lang="en-US" dirty="0"/>
            <a:t>No transformations found</a:t>
          </a:r>
          <a:endParaRPr lang="en-IN" dirty="0"/>
        </a:p>
      </dgm:t>
    </dgm:pt>
    <dgm:pt modelId="{7AAB51EE-D792-495C-8353-101C9439EC6A}" type="parTrans" cxnId="{1EA1360E-D0E6-42A8-9551-A1942EB8D8A4}">
      <dgm:prSet/>
      <dgm:spPr/>
      <dgm:t>
        <a:bodyPr/>
        <a:lstStyle/>
        <a:p>
          <a:endParaRPr lang="en-IN"/>
        </a:p>
      </dgm:t>
    </dgm:pt>
    <dgm:pt modelId="{E8C0824A-9CEA-4A15-A577-D76BFC3D499E}" type="sibTrans" cxnId="{1EA1360E-D0E6-42A8-9551-A1942EB8D8A4}">
      <dgm:prSet/>
      <dgm:spPr/>
      <dgm:t>
        <a:bodyPr/>
        <a:lstStyle/>
        <a:p>
          <a:r>
            <a:rPr lang="en-US" dirty="0"/>
            <a:t>24</a:t>
          </a:r>
          <a:endParaRPr lang="en-IN" dirty="0"/>
        </a:p>
      </dgm:t>
    </dgm:pt>
    <dgm:pt modelId="{18A32163-A49E-49F2-8C0F-4C752EF09049}">
      <dgm:prSet phldrT="[Text]" phldr="0"/>
      <dgm:spPr/>
      <dgm:t>
        <a:bodyPr/>
        <a:lstStyle/>
        <a:p>
          <a:r>
            <a:rPr lang="en-US"/>
            <a:t>False</a:t>
          </a:r>
          <a:endParaRPr lang="en-IN" dirty="0"/>
        </a:p>
      </dgm:t>
    </dgm:pt>
    <dgm:pt modelId="{AB04B52D-DBD8-4DA4-A624-1CFFCCD321B9}" type="parTrans" cxnId="{F1B86C11-A244-48F8-A776-77DD061D9F21}">
      <dgm:prSet/>
      <dgm:spPr/>
      <dgm:t>
        <a:bodyPr/>
        <a:lstStyle/>
        <a:p>
          <a:endParaRPr lang="en-IN"/>
        </a:p>
      </dgm:t>
    </dgm:pt>
    <dgm:pt modelId="{49D1BA52-5C31-4AC5-B13D-0711B95A0925}" type="sibTrans" cxnId="{F1B86C11-A244-48F8-A776-77DD061D9F21}">
      <dgm:prSet/>
      <dgm:spPr/>
      <dgm:t>
        <a:bodyPr/>
        <a:lstStyle/>
        <a:p>
          <a:r>
            <a:rPr lang="en-US" dirty="0"/>
            <a:t>10</a:t>
          </a:r>
          <a:endParaRPr lang="en-IN" dirty="0"/>
        </a:p>
      </dgm:t>
    </dgm:pt>
    <dgm:pt modelId="{02084F30-2061-4FB7-A57C-ACBCCA038B7A}" type="pres">
      <dgm:prSet presAssocID="{7DEBBE2B-D2CD-478B-A624-DCCA7E2E5C9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9826E32-3ED8-4C6A-9755-5131B0FA3EFD}" type="pres">
      <dgm:prSet presAssocID="{0D36FC18-49C4-449D-A979-4C00445CD985}" presName="hierRoot1" presStyleCnt="0">
        <dgm:presLayoutVars>
          <dgm:hierBranch val="init"/>
        </dgm:presLayoutVars>
      </dgm:prSet>
      <dgm:spPr/>
    </dgm:pt>
    <dgm:pt modelId="{249CEC94-17C1-40E6-BC18-6A53E8C26878}" type="pres">
      <dgm:prSet presAssocID="{0D36FC18-49C4-449D-A979-4C00445CD985}" presName="rootComposite1" presStyleCnt="0"/>
      <dgm:spPr/>
    </dgm:pt>
    <dgm:pt modelId="{19E3223D-88AB-47BE-9E1F-8663C373A0FA}" type="pres">
      <dgm:prSet presAssocID="{0D36FC18-49C4-449D-A979-4C00445CD985}" presName="rootText1" presStyleLbl="node0" presStyleIdx="0" presStyleCnt="1">
        <dgm:presLayoutVars>
          <dgm:chMax/>
          <dgm:chPref val="3"/>
        </dgm:presLayoutVars>
      </dgm:prSet>
      <dgm:spPr/>
    </dgm:pt>
    <dgm:pt modelId="{D2438533-996F-4692-8673-C0221F966158}" type="pres">
      <dgm:prSet presAssocID="{0D36FC18-49C4-449D-A979-4C00445CD985}" presName="titleText1" presStyleLbl="fgAcc0" presStyleIdx="0" presStyleCnt="1">
        <dgm:presLayoutVars>
          <dgm:chMax val="0"/>
          <dgm:chPref val="0"/>
        </dgm:presLayoutVars>
      </dgm:prSet>
      <dgm:spPr/>
    </dgm:pt>
    <dgm:pt modelId="{70394984-B83D-4685-92CD-509941A381E0}" type="pres">
      <dgm:prSet presAssocID="{0D36FC18-49C4-449D-A979-4C00445CD985}" presName="rootConnector1" presStyleLbl="node1" presStyleIdx="0" presStyleCnt="4"/>
      <dgm:spPr/>
    </dgm:pt>
    <dgm:pt modelId="{F5E92B0C-1753-4B2B-B723-0A655F9B2BD6}" type="pres">
      <dgm:prSet presAssocID="{0D36FC18-49C4-449D-A979-4C00445CD985}" presName="hierChild2" presStyleCnt="0"/>
      <dgm:spPr/>
    </dgm:pt>
    <dgm:pt modelId="{252A1F66-DCAE-47EA-AB66-E513F1BE3492}" type="pres">
      <dgm:prSet presAssocID="{DCABB8FB-6438-4A37-A9EA-D3FCA9258D79}" presName="Name37" presStyleLbl="parChTrans1D2" presStyleIdx="0" presStyleCnt="2"/>
      <dgm:spPr/>
    </dgm:pt>
    <dgm:pt modelId="{E60BB71F-A2E2-4790-956C-1EDEA08EFA5C}" type="pres">
      <dgm:prSet presAssocID="{38211E13-FC9A-46B1-BAD4-53829F2E4AF5}" presName="hierRoot2" presStyleCnt="0">
        <dgm:presLayoutVars>
          <dgm:hierBranch val="init"/>
        </dgm:presLayoutVars>
      </dgm:prSet>
      <dgm:spPr/>
    </dgm:pt>
    <dgm:pt modelId="{B212000A-BACF-464E-9E1D-B07B245DC468}" type="pres">
      <dgm:prSet presAssocID="{38211E13-FC9A-46B1-BAD4-53829F2E4AF5}" presName="rootComposite" presStyleCnt="0"/>
      <dgm:spPr/>
    </dgm:pt>
    <dgm:pt modelId="{C38E6153-0D03-4525-9B92-9D1713FA2FBB}" type="pres">
      <dgm:prSet presAssocID="{38211E13-FC9A-46B1-BAD4-53829F2E4AF5}" presName="rootText" presStyleLbl="node1" presStyleIdx="0" presStyleCnt="4">
        <dgm:presLayoutVars>
          <dgm:chMax/>
          <dgm:chPref val="3"/>
        </dgm:presLayoutVars>
      </dgm:prSet>
      <dgm:spPr/>
    </dgm:pt>
    <dgm:pt modelId="{1D4C6507-E277-4E8C-A726-BC9E7A003BAE}" type="pres">
      <dgm:prSet presAssocID="{38211E13-FC9A-46B1-BAD4-53829F2E4AF5}" presName="titleText2" presStyleLbl="fgAcc1" presStyleIdx="0" presStyleCnt="4">
        <dgm:presLayoutVars>
          <dgm:chMax val="0"/>
          <dgm:chPref val="0"/>
        </dgm:presLayoutVars>
      </dgm:prSet>
      <dgm:spPr/>
    </dgm:pt>
    <dgm:pt modelId="{6D119C46-341D-4ADB-BB6C-BB1AC64DCEB9}" type="pres">
      <dgm:prSet presAssocID="{38211E13-FC9A-46B1-BAD4-53829F2E4AF5}" presName="rootConnector" presStyleLbl="node2" presStyleIdx="0" presStyleCnt="0"/>
      <dgm:spPr/>
    </dgm:pt>
    <dgm:pt modelId="{ABA521BF-A9A6-4BD3-8EB1-945DE8AA50CE}" type="pres">
      <dgm:prSet presAssocID="{38211E13-FC9A-46B1-BAD4-53829F2E4AF5}" presName="hierChild4" presStyleCnt="0"/>
      <dgm:spPr/>
    </dgm:pt>
    <dgm:pt modelId="{BC53F16C-8455-400C-AA1B-E00CD6668659}" type="pres">
      <dgm:prSet presAssocID="{387C709B-E914-4253-824B-7D813226CBAC}" presName="Name37" presStyleLbl="parChTrans1D3" presStyleIdx="0" presStyleCnt="2"/>
      <dgm:spPr/>
    </dgm:pt>
    <dgm:pt modelId="{E3FD84EB-A8E3-43EA-BA1E-8F5F2DD5F463}" type="pres">
      <dgm:prSet presAssocID="{E240BA3F-4481-4F02-B7BF-E5EC1C3ADA14}" presName="hierRoot2" presStyleCnt="0">
        <dgm:presLayoutVars>
          <dgm:hierBranch val="init"/>
        </dgm:presLayoutVars>
      </dgm:prSet>
      <dgm:spPr/>
    </dgm:pt>
    <dgm:pt modelId="{6B73EA10-08B3-4BC9-ACAD-F6EC77E23813}" type="pres">
      <dgm:prSet presAssocID="{E240BA3F-4481-4F02-B7BF-E5EC1C3ADA14}" presName="rootComposite" presStyleCnt="0"/>
      <dgm:spPr/>
    </dgm:pt>
    <dgm:pt modelId="{E071BE0E-28C0-4C62-83A3-F791878E8D71}" type="pres">
      <dgm:prSet presAssocID="{E240BA3F-4481-4F02-B7BF-E5EC1C3ADA14}" presName="rootText" presStyleLbl="node1" presStyleIdx="1" presStyleCnt="4">
        <dgm:presLayoutVars>
          <dgm:chMax/>
          <dgm:chPref val="3"/>
        </dgm:presLayoutVars>
      </dgm:prSet>
      <dgm:spPr/>
    </dgm:pt>
    <dgm:pt modelId="{FA6D5007-DFE9-44D0-B544-661FBA312D1A}" type="pres">
      <dgm:prSet presAssocID="{E240BA3F-4481-4F02-B7BF-E5EC1C3ADA14}" presName="titleText2" presStyleLbl="fgAcc1" presStyleIdx="1" presStyleCnt="4">
        <dgm:presLayoutVars>
          <dgm:chMax val="0"/>
          <dgm:chPref val="0"/>
        </dgm:presLayoutVars>
      </dgm:prSet>
      <dgm:spPr/>
    </dgm:pt>
    <dgm:pt modelId="{13B2DDC1-6048-4055-AAF2-8CB9C89108FD}" type="pres">
      <dgm:prSet presAssocID="{E240BA3F-4481-4F02-B7BF-E5EC1C3ADA14}" presName="rootConnector" presStyleLbl="node3" presStyleIdx="0" presStyleCnt="0"/>
      <dgm:spPr/>
    </dgm:pt>
    <dgm:pt modelId="{B1B9BD18-9508-4E6F-99DC-D0B016C8C907}" type="pres">
      <dgm:prSet presAssocID="{E240BA3F-4481-4F02-B7BF-E5EC1C3ADA14}" presName="hierChild4" presStyleCnt="0"/>
      <dgm:spPr/>
    </dgm:pt>
    <dgm:pt modelId="{3DF7225A-A1A9-43F1-B823-5F0C7931D73A}" type="pres">
      <dgm:prSet presAssocID="{E240BA3F-4481-4F02-B7BF-E5EC1C3ADA14}" presName="hierChild5" presStyleCnt="0"/>
      <dgm:spPr/>
    </dgm:pt>
    <dgm:pt modelId="{CAE9E13E-7148-4327-887F-482977586B1F}" type="pres">
      <dgm:prSet presAssocID="{7AAB51EE-D792-495C-8353-101C9439EC6A}" presName="Name37" presStyleLbl="parChTrans1D3" presStyleIdx="1" presStyleCnt="2"/>
      <dgm:spPr/>
    </dgm:pt>
    <dgm:pt modelId="{605F623E-4E5A-477D-8976-7B03AD825B0C}" type="pres">
      <dgm:prSet presAssocID="{052EA08E-89D2-4FB6-8ABC-BD18F579232E}" presName="hierRoot2" presStyleCnt="0">
        <dgm:presLayoutVars>
          <dgm:hierBranch val="init"/>
        </dgm:presLayoutVars>
      </dgm:prSet>
      <dgm:spPr/>
    </dgm:pt>
    <dgm:pt modelId="{A446618D-7218-4FDF-8FA4-7C29452562D9}" type="pres">
      <dgm:prSet presAssocID="{052EA08E-89D2-4FB6-8ABC-BD18F579232E}" presName="rootComposite" presStyleCnt="0"/>
      <dgm:spPr/>
    </dgm:pt>
    <dgm:pt modelId="{9DF903B2-9BF3-4A84-B490-D258136F8337}" type="pres">
      <dgm:prSet presAssocID="{052EA08E-89D2-4FB6-8ABC-BD18F579232E}" presName="rootText" presStyleLbl="node1" presStyleIdx="2" presStyleCnt="4">
        <dgm:presLayoutVars>
          <dgm:chMax/>
          <dgm:chPref val="3"/>
        </dgm:presLayoutVars>
      </dgm:prSet>
      <dgm:spPr/>
    </dgm:pt>
    <dgm:pt modelId="{18A1E17A-4115-4505-8F75-E7E5E361F15B}" type="pres">
      <dgm:prSet presAssocID="{052EA08E-89D2-4FB6-8ABC-BD18F579232E}" presName="titleText2" presStyleLbl="fgAcc1" presStyleIdx="2" presStyleCnt="4">
        <dgm:presLayoutVars>
          <dgm:chMax val="0"/>
          <dgm:chPref val="0"/>
        </dgm:presLayoutVars>
      </dgm:prSet>
      <dgm:spPr/>
    </dgm:pt>
    <dgm:pt modelId="{6B48358B-B1F9-400E-A65A-3C207E62C02E}" type="pres">
      <dgm:prSet presAssocID="{052EA08E-89D2-4FB6-8ABC-BD18F579232E}" presName="rootConnector" presStyleLbl="node3" presStyleIdx="0" presStyleCnt="0"/>
      <dgm:spPr/>
    </dgm:pt>
    <dgm:pt modelId="{EE670B71-CB9C-4836-9E21-1592BD77FDE4}" type="pres">
      <dgm:prSet presAssocID="{052EA08E-89D2-4FB6-8ABC-BD18F579232E}" presName="hierChild4" presStyleCnt="0"/>
      <dgm:spPr/>
    </dgm:pt>
    <dgm:pt modelId="{DA2842FC-CD03-4764-BEFE-918C491E0F4F}" type="pres">
      <dgm:prSet presAssocID="{052EA08E-89D2-4FB6-8ABC-BD18F579232E}" presName="hierChild5" presStyleCnt="0"/>
      <dgm:spPr/>
    </dgm:pt>
    <dgm:pt modelId="{C4549F52-0E44-449F-8414-9722D8A38FD4}" type="pres">
      <dgm:prSet presAssocID="{38211E13-FC9A-46B1-BAD4-53829F2E4AF5}" presName="hierChild5" presStyleCnt="0"/>
      <dgm:spPr/>
    </dgm:pt>
    <dgm:pt modelId="{6CCBD9B5-D222-4D50-A154-CE79FD24DCBF}" type="pres">
      <dgm:prSet presAssocID="{AB04B52D-DBD8-4DA4-A624-1CFFCCD321B9}" presName="Name37" presStyleLbl="parChTrans1D2" presStyleIdx="1" presStyleCnt="2"/>
      <dgm:spPr/>
    </dgm:pt>
    <dgm:pt modelId="{416960A7-6F8F-4E54-BCEB-E8895CD9A544}" type="pres">
      <dgm:prSet presAssocID="{18A32163-A49E-49F2-8C0F-4C752EF09049}" presName="hierRoot2" presStyleCnt="0">
        <dgm:presLayoutVars>
          <dgm:hierBranch val="init"/>
        </dgm:presLayoutVars>
      </dgm:prSet>
      <dgm:spPr/>
    </dgm:pt>
    <dgm:pt modelId="{8678F4BE-C6A7-4D0F-93BA-71FB7FAEE277}" type="pres">
      <dgm:prSet presAssocID="{18A32163-A49E-49F2-8C0F-4C752EF09049}" presName="rootComposite" presStyleCnt="0"/>
      <dgm:spPr/>
    </dgm:pt>
    <dgm:pt modelId="{ABFC9189-5253-4FB4-A364-F8927D099521}" type="pres">
      <dgm:prSet presAssocID="{18A32163-A49E-49F2-8C0F-4C752EF09049}" presName="rootText" presStyleLbl="node1" presStyleIdx="3" presStyleCnt="4">
        <dgm:presLayoutVars>
          <dgm:chMax/>
          <dgm:chPref val="3"/>
        </dgm:presLayoutVars>
      </dgm:prSet>
      <dgm:spPr/>
    </dgm:pt>
    <dgm:pt modelId="{9FB8EF38-DB7A-43DF-9156-9D72ACF78DAC}" type="pres">
      <dgm:prSet presAssocID="{18A32163-A49E-49F2-8C0F-4C752EF09049}" presName="titleText2" presStyleLbl="fgAcc1" presStyleIdx="3" presStyleCnt="4">
        <dgm:presLayoutVars>
          <dgm:chMax val="0"/>
          <dgm:chPref val="0"/>
        </dgm:presLayoutVars>
      </dgm:prSet>
      <dgm:spPr/>
    </dgm:pt>
    <dgm:pt modelId="{E4562165-11CC-4C9E-B1AC-0A619C517A32}" type="pres">
      <dgm:prSet presAssocID="{18A32163-A49E-49F2-8C0F-4C752EF09049}" presName="rootConnector" presStyleLbl="node2" presStyleIdx="0" presStyleCnt="0"/>
      <dgm:spPr/>
    </dgm:pt>
    <dgm:pt modelId="{1A09B4F8-AC18-472E-B8DD-B30E9019EE56}" type="pres">
      <dgm:prSet presAssocID="{18A32163-A49E-49F2-8C0F-4C752EF09049}" presName="hierChild4" presStyleCnt="0"/>
      <dgm:spPr/>
    </dgm:pt>
    <dgm:pt modelId="{741D1D21-5B23-4E00-AA99-B796FEC7F4AD}" type="pres">
      <dgm:prSet presAssocID="{18A32163-A49E-49F2-8C0F-4C752EF09049}" presName="hierChild5" presStyleCnt="0"/>
      <dgm:spPr/>
    </dgm:pt>
    <dgm:pt modelId="{E34AB496-E0C5-4DD0-BCD8-5375F50D29B3}" type="pres">
      <dgm:prSet presAssocID="{0D36FC18-49C4-449D-A979-4C00445CD985}" presName="hierChild3" presStyleCnt="0"/>
      <dgm:spPr/>
    </dgm:pt>
  </dgm:ptLst>
  <dgm:cxnLst>
    <dgm:cxn modelId="{42CE2500-75A6-4BF7-BC2C-82D759325702}" type="presOf" srcId="{18A32163-A49E-49F2-8C0F-4C752EF09049}" destId="{ABFC9189-5253-4FB4-A364-F8927D099521}" srcOrd="0" destOrd="0" presId="urn:microsoft.com/office/officeart/2008/layout/NameandTitleOrganizationalChart"/>
    <dgm:cxn modelId="{A5B3A201-50FA-4929-91BE-9C081A5ED2D6}" type="presOf" srcId="{00CC0533-D711-4B77-A105-0E1558A4187A}" destId="{FA6D5007-DFE9-44D0-B544-661FBA312D1A}" srcOrd="0" destOrd="0" presId="urn:microsoft.com/office/officeart/2008/layout/NameandTitleOrganizationalChart"/>
    <dgm:cxn modelId="{1EA1360E-D0E6-42A8-9551-A1942EB8D8A4}" srcId="{38211E13-FC9A-46B1-BAD4-53829F2E4AF5}" destId="{052EA08E-89D2-4FB6-8ABC-BD18F579232E}" srcOrd="1" destOrd="0" parTransId="{7AAB51EE-D792-495C-8353-101C9439EC6A}" sibTransId="{E8C0824A-9CEA-4A15-A577-D76BFC3D499E}"/>
    <dgm:cxn modelId="{F1B86C11-A244-48F8-A776-77DD061D9F21}" srcId="{0D36FC18-49C4-449D-A979-4C00445CD985}" destId="{18A32163-A49E-49F2-8C0F-4C752EF09049}" srcOrd="1" destOrd="0" parTransId="{AB04B52D-DBD8-4DA4-A624-1CFFCCD321B9}" sibTransId="{49D1BA52-5C31-4AC5-B13D-0711B95A0925}"/>
    <dgm:cxn modelId="{55FB8F23-6159-4830-BD12-0FE785F98548}" type="presOf" srcId="{18A32163-A49E-49F2-8C0F-4C752EF09049}" destId="{E4562165-11CC-4C9E-B1AC-0A619C517A32}" srcOrd="1" destOrd="0" presId="urn:microsoft.com/office/officeart/2008/layout/NameandTitleOrganizationalChart"/>
    <dgm:cxn modelId="{324FBF3F-3AE9-4290-B027-61D2E407AF52}" type="presOf" srcId="{49D1BA52-5C31-4AC5-B13D-0711B95A0925}" destId="{9FB8EF38-DB7A-43DF-9156-9D72ACF78DAC}" srcOrd="0" destOrd="0" presId="urn:microsoft.com/office/officeart/2008/layout/NameandTitleOrganizationalChart"/>
    <dgm:cxn modelId="{E69CD965-FA98-4439-A5A6-F356A12C2F4B}" type="presOf" srcId="{E240BA3F-4481-4F02-B7BF-E5EC1C3ADA14}" destId="{13B2DDC1-6048-4055-AAF2-8CB9C89108FD}" srcOrd="1" destOrd="0" presId="urn:microsoft.com/office/officeart/2008/layout/NameandTitleOrganizationalChart"/>
    <dgm:cxn modelId="{1B35C74B-526F-49BC-B35E-F6205817467B}" srcId="{7DEBBE2B-D2CD-478B-A624-DCCA7E2E5C9B}" destId="{0D36FC18-49C4-449D-A979-4C00445CD985}" srcOrd="0" destOrd="0" parTransId="{4B3B5003-D584-46FB-890E-799713F45AAE}" sibTransId="{FBA1AA27-9BC7-4B4E-9C28-E092BCF99FC5}"/>
    <dgm:cxn modelId="{8515EB53-4EB3-4BF9-8127-6BFCDEF643DA}" srcId="{38211E13-FC9A-46B1-BAD4-53829F2E4AF5}" destId="{E240BA3F-4481-4F02-B7BF-E5EC1C3ADA14}" srcOrd="0" destOrd="0" parTransId="{387C709B-E914-4253-824B-7D813226CBAC}" sibTransId="{00CC0533-D711-4B77-A105-0E1558A4187A}"/>
    <dgm:cxn modelId="{C41E637C-19E7-4FFF-824A-EF42D4670457}" type="presOf" srcId="{38211E13-FC9A-46B1-BAD4-53829F2E4AF5}" destId="{6D119C46-341D-4ADB-BB6C-BB1AC64DCEB9}" srcOrd="1" destOrd="0" presId="urn:microsoft.com/office/officeart/2008/layout/NameandTitleOrganizationalChart"/>
    <dgm:cxn modelId="{0C269A86-0B0B-40B1-8B2E-B000C3552B44}" type="presOf" srcId="{052EA08E-89D2-4FB6-8ABC-BD18F579232E}" destId="{6B48358B-B1F9-400E-A65A-3C207E62C02E}" srcOrd="1" destOrd="0" presId="urn:microsoft.com/office/officeart/2008/layout/NameandTitleOrganizationalChart"/>
    <dgm:cxn modelId="{D5DC498E-23DA-43DE-BFD4-925A0C4C815F}" type="presOf" srcId="{DCABB8FB-6438-4A37-A9EA-D3FCA9258D79}" destId="{252A1F66-DCAE-47EA-AB66-E513F1BE3492}" srcOrd="0" destOrd="0" presId="urn:microsoft.com/office/officeart/2008/layout/NameandTitleOrganizationalChart"/>
    <dgm:cxn modelId="{BED24993-4BD2-4405-92C4-EA32779E1683}" type="presOf" srcId="{387C709B-E914-4253-824B-7D813226CBAC}" destId="{BC53F16C-8455-400C-AA1B-E00CD6668659}" srcOrd="0" destOrd="0" presId="urn:microsoft.com/office/officeart/2008/layout/NameandTitleOrganizationalChart"/>
    <dgm:cxn modelId="{417E8B96-8CE8-45E4-B90F-72AB6288BEAF}" srcId="{0D36FC18-49C4-449D-A979-4C00445CD985}" destId="{38211E13-FC9A-46B1-BAD4-53829F2E4AF5}" srcOrd="0" destOrd="0" parTransId="{DCABB8FB-6438-4A37-A9EA-D3FCA9258D79}" sibTransId="{1F381493-2769-4E68-81CD-20194A90A6B1}"/>
    <dgm:cxn modelId="{EE5303A0-E535-4F68-B83B-D8D6CB788DF9}" type="presOf" srcId="{052EA08E-89D2-4FB6-8ABC-BD18F579232E}" destId="{9DF903B2-9BF3-4A84-B490-D258136F8337}" srcOrd="0" destOrd="0" presId="urn:microsoft.com/office/officeart/2008/layout/NameandTitleOrganizationalChart"/>
    <dgm:cxn modelId="{1859C6B5-80B3-45B2-B305-2B60CE2ACCC2}" type="presOf" srcId="{AB04B52D-DBD8-4DA4-A624-1CFFCCD321B9}" destId="{6CCBD9B5-D222-4D50-A154-CE79FD24DCBF}" srcOrd="0" destOrd="0" presId="urn:microsoft.com/office/officeart/2008/layout/NameandTitleOrganizationalChart"/>
    <dgm:cxn modelId="{96B6BCB7-D484-44F5-8E51-D787343425CD}" type="presOf" srcId="{7AAB51EE-D792-495C-8353-101C9439EC6A}" destId="{CAE9E13E-7148-4327-887F-482977586B1F}" srcOrd="0" destOrd="0" presId="urn:microsoft.com/office/officeart/2008/layout/NameandTitleOrganizationalChart"/>
    <dgm:cxn modelId="{23CDFEB7-B0FD-4982-8FC0-55008F0D6D49}" type="presOf" srcId="{0D36FC18-49C4-449D-A979-4C00445CD985}" destId="{19E3223D-88AB-47BE-9E1F-8663C373A0FA}" srcOrd="0" destOrd="0" presId="urn:microsoft.com/office/officeart/2008/layout/NameandTitleOrganizationalChart"/>
    <dgm:cxn modelId="{A0ECA8BC-20D8-4B49-ADFE-17586FE5A774}" type="presOf" srcId="{38211E13-FC9A-46B1-BAD4-53829F2E4AF5}" destId="{C38E6153-0D03-4525-9B92-9D1713FA2FBB}" srcOrd="0" destOrd="0" presId="urn:microsoft.com/office/officeart/2008/layout/NameandTitleOrganizationalChart"/>
    <dgm:cxn modelId="{750A28C0-3117-4FE5-81E1-C0652DB7CD78}" type="presOf" srcId="{FBA1AA27-9BC7-4B4E-9C28-E092BCF99FC5}" destId="{D2438533-996F-4692-8673-C0221F966158}" srcOrd="0" destOrd="0" presId="urn:microsoft.com/office/officeart/2008/layout/NameandTitleOrganizationalChart"/>
    <dgm:cxn modelId="{EE2AFED7-FC8E-4DBD-B7A8-D81C8202980F}" type="presOf" srcId="{1F381493-2769-4E68-81CD-20194A90A6B1}" destId="{1D4C6507-E277-4E8C-A726-BC9E7A003BAE}" srcOrd="0" destOrd="0" presId="urn:microsoft.com/office/officeart/2008/layout/NameandTitleOrganizationalChart"/>
    <dgm:cxn modelId="{664150E4-557B-455F-8F8C-2BB5ED2777CB}" type="presOf" srcId="{E240BA3F-4481-4F02-B7BF-E5EC1C3ADA14}" destId="{E071BE0E-28C0-4C62-83A3-F791878E8D71}" srcOrd="0" destOrd="0" presId="urn:microsoft.com/office/officeart/2008/layout/NameandTitleOrganizationalChart"/>
    <dgm:cxn modelId="{F49325E8-77C7-41E3-8E38-C75EF26061BF}" type="presOf" srcId="{7DEBBE2B-D2CD-478B-A624-DCCA7E2E5C9B}" destId="{02084F30-2061-4FB7-A57C-ACBCCA038B7A}" srcOrd="0" destOrd="0" presId="urn:microsoft.com/office/officeart/2008/layout/NameandTitleOrganizationalChart"/>
    <dgm:cxn modelId="{563A1DF9-97AE-409D-AE04-4854FEF08863}" type="presOf" srcId="{0D36FC18-49C4-449D-A979-4C00445CD985}" destId="{70394984-B83D-4685-92CD-509941A381E0}" srcOrd="1" destOrd="0" presId="urn:microsoft.com/office/officeart/2008/layout/NameandTitleOrganizationalChart"/>
    <dgm:cxn modelId="{7A36A4FF-7BAF-4B5A-844A-B345DA0C575A}" type="presOf" srcId="{E8C0824A-9CEA-4A15-A577-D76BFC3D499E}" destId="{18A1E17A-4115-4505-8F75-E7E5E361F15B}" srcOrd="0" destOrd="0" presId="urn:microsoft.com/office/officeart/2008/layout/NameandTitleOrganizationalChart"/>
    <dgm:cxn modelId="{0A4E4EEB-828C-4BFD-A941-983D1164CD5D}" type="presParOf" srcId="{02084F30-2061-4FB7-A57C-ACBCCA038B7A}" destId="{E9826E32-3ED8-4C6A-9755-5131B0FA3EFD}" srcOrd="0" destOrd="0" presId="urn:microsoft.com/office/officeart/2008/layout/NameandTitleOrganizationalChart"/>
    <dgm:cxn modelId="{5F605406-4F9B-4FA6-943A-BCEC654F0DC4}" type="presParOf" srcId="{E9826E32-3ED8-4C6A-9755-5131B0FA3EFD}" destId="{249CEC94-17C1-40E6-BC18-6A53E8C26878}" srcOrd="0" destOrd="0" presId="urn:microsoft.com/office/officeart/2008/layout/NameandTitleOrganizationalChart"/>
    <dgm:cxn modelId="{74AE534D-AAB4-40D9-ACE2-68B3D155F3BA}" type="presParOf" srcId="{249CEC94-17C1-40E6-BC18-6A53E8C26878}" destId="{19E3223D-88AB-47BE-9E1F-8663C373A0FA}" srcOrd="0" destOrd="0" presId="urn:microsoft.com/office/officeart/2008/layout/NameandTitleOrganizationalChart"/>
    <dgm:cxn modelId="{00F487A2-D0A5-421A-B7CF-BEB3723BA75E}" type="presParOf" srcId="{249CEC94-17C1-40E6-BC18-6A53E8C26878}" destId="{D2438533-996F-4692-8673-C0221F966158}" srcOrd="1" destOrd="0" presId="urn:microsoft.com/office/officeart/2008/layout/NameandTitleOrganizationalChart"/>
    <dgm:cxn modelId="{3CBED774-A340-41E9-8576-2BCDEF809A50}" type="presParOf" srcId="{249CEC94-17C1-40E6-BC18-6A53E8C26878}" destId="{70394984-B83D-4685-92CD-509941A381E0}" srcOrd="2" destOrd="0" presId="urn:microsoft.com/office/officeart/2008/layout/NameandTitleOrganizationalChart"/>
    <dgm:cxn modelId="{1E906D4E-1C61-41E0-B0E4-D1B3F99D79EB}" type="presParOf" srcId="{E9826E32-3ED8-4C6A-9755-5131B0FA3EFD}" destId="{F5E92B0C-1753-4B2B-B723-0A655F9B2BD6}" srcOrd="1" destOrd="0" presId="urn:microsoft.com/office/officeart/2008/layout/NameandTitleOrganizationalChart"/>
    <dgm:cxn modelId="{80452645-907E-4F6B-B3C6-2205A5510E7F}" type="presParOf" srcId="{F5E92B0C-1753-4B2B-B723-0A655F9B2BD6}" destId="{252A1F66-DCAE-47EA-AB66-E513F1BE3492}" srcOrd="0" destOrd="0" presId="urn:microsoft.com/office/officeart/2008/layout/NameandTitleOrganizationalChart"/>
    <dgm:cxn modelId="{6F6F5CE3-2582-42E3-AA07-43EC56F6370A}" type="presParOf" srcId="{F5E92B0C-1753-4B2B-B723-0A655F9B2BD6}" destId="{E60BB71F-A2E2-4790-956C-1EDEA08EFA5C}" srcOrd="1" destOrd="0" presId="urn:microsoft.com/office/officeart/2008/layout/NameandTitleOrganizationalChart"/>
    <dgm:cxn modelId="{CBE309CD-00BF-4BF5-B6F2-6D56D18B6E00}" type="presParOf" srcId="{E60BB71F-A2E2-4790-956C-1EDEA08EFA5C}" destId="{B212000A-BACF-464E-9E1D-B07B245DC468}" srcOrd="0" destOrd="0" presId="urn:microsoft.com/office/officeart/2008/layout/NameandTitleOrganizationalChart"/>
    <dgm:cxn modelId="{DC7B3255-1A2B-4DA3-861B-A531AB2A15F5}" type="presParOf" srcId="{B212000A-BACF-464E-9E1D-B07B245DC468}" destId="{C38E6153-0D03-4525-9B92-9D1713FA2FBB}" srcOrd="0" destOrd="0" presId="urn:microsoft.com/office/officeart/2008/layout/NameandTitleOrganizationalChart"/>
    <dgm:cxn modelId="{B807A666-658C-408C-AA44-321285809C5A}" type="presParOf" srcId="{B212000A-BACF-464E-9E1D-B07B245DC468}" destId="{1D4C6507-E277-4E8C-A726-BC9E7A003BAE}" srcOrd="1" destOrd="0" presId="urn:microsoft.com/office/officeart/2008/layout/NameandTitleOrganizationalChart"/>
    <dgm:cxn modelId="{574B605A-1B1E-4DE4-86BA-009EF4841117}" type="presParOf" srcId="{B212000A-BACF-464E-9E1D-B07B245DC468}" destId="{6D119C46-341D-4ADB-BB6C-BB1AC64DCEB9}" srcOrd="2" destOrd="0" presId="urn:microsoft.com/office/officeart/2008/layout/NameandTitleOrganizationalChart"/>
    <dgm:cxn modelId="{15007C32-FD83-4FA5-A9BD-A14A7AD317E7}" type="presParOf" srcId="{E60BB71F-A2E2-4790-956C-1EDEA08EFA5C}" destId="{ABA521BF-A9A6-4BD3-8EB1-945DE8AA50CE}" srcOrd="1" destOrd="0" presId="urn:microsoft.com/office/officeart/2008/layout/NameandTitleOrganizationalChart"/>
    <dgm:cxn modelId="{A1A84ABF-6A24-43B2-8BA4-75C2DD5C67F9}" type="presParOf" srcId="{ABA521BF-A9A6-4BD3-8EB1-945DE8AA50CE}" destId="{BC53F16C-8455-400C-AA1B-E00CD6668659}" srcOrd="0" destOrd="0" presId="urn:microsoft.com/office/officeart/2008/layout/NameandTitleOrganizationalChart"/>
    <dgm:cxn modelId="{F8364325-904B-414B-94AA-D9C619504EEA}" type="presParOf" srcId="{ABA521BF-A9A6-4BD3-8EB1-945DE8AA50CE}" destId="{E3FD84EB-A8E3-43EA-BA1E-8F5F2DD5F463}" srcOrd="1" destOrd="0" presId="urn:microsoft.com/office/officeart/2008/layout/NameandTitleOrganizationalChart"/>
    <dgm:cxn modelId="{C86798DB-38CA-4873-BB6C-98D65E46AC0A}" type="presParOf" srcId="{E3FD84EB-A8E3-43EA-BA1E-8F5F2DD5F463}" destId="{6B73EA10-08B3-4BC9-ACAD-F6EC77E23813}" srcOrd="0" destOrd="0" presId="urn:microsoft.com/office/officeart/2008/layout/NameandTitleOrganizationalChart"/>
    <dgm:cxn modelId="{34F64A24-3E2B-4C46-8D5B-456D76398058}" type="presParOf" srcId="{6B73EA10-08B3-4BC9-ACAD-F6EC77E23813}" destId="{E071BE0E-28C0-4C62-83A3-F791878E8D71}" srcOrd="0" destOrd="0" presId="urn:microsoft.com/office/officeart/2008/layout/NameandTitleOrganizationalChart"/>
    <dgm:cxn modelId="{A4326E3D-F513-4FA1-9668-3037E5FBA592}" type="presParOf" srcId="{6B73EA10-08B3-4BC9-ACAD-F6EC77E23813}" destId="{FA6D5007-DFE9-44D0-B544-661FBA312D1A}" srcOrd="1" destOrd="0" presId="urn:microsoft.com/office/officeart/2008/layout/NameandTitleOrganizationalChart"/>
    <dgm:cxn modelId="{814380F2-1A7D-4744-B4D6-B7352CA0217A}" type="presParOf" srcId="{6B73EA10-08B3-4BC9-ACAD-F6EC77E23813}" destId="{13B2DDC1-6048-4055-AAF2-8CB9C89108FD}" srcOrd="2" destOrd="0" presId="urn:microsoft.com/office/officeart/2008/layout/NameandTitleOrganizationalChart"/>
    <dgm:cxn modelId="{25953222-422F-4123-A01D-6D8948146FD1}" type="presParOf" srcId="{E3FD84EB-A8E3-43EA-BA1E-8F5F2DD5F463}" destId="{B1B9BD18-9508-4E6F-99DC-D0B016C8C907}" srcOrd="1" destOrd="0" presId="urn:microsoft.com/office/officeart/2008/layout/NameandTitleOrganizationalChart"/>
    <dgm:cxn modelId="{29D99DC8-8BFA-467E-8CF7-CDA6729366ED}" type="presParOf" srcId="{E3FD84EB-A8E3-43EA-BA1E-8F5F2DD5F463}" destId="{3DF7225A-A1A9-43F1-B823-5F0C7931D73A}" srcOrd="2" destOrd="0" presId="urn:microsoft.com/office/officeart/2008/layout/NameandTitleOrganizationalChart"/>
    <dgm:cxn modelId="{043E55B8-4FF1-4B40-A4F6-E36E037D846D}" type="presParOf" srcId="{ABA521BF-A9A6-4BD3-8EB1-945DE8AA50CE}" destId="{CAE9E13E-7148-4327-887F-482977586B1F}" srcOrd="2" destOrd="0" presId="urn:microsoft.com/office/officeart/2008/layout/NameandTitleOrganizationalChart"/>
    <dgm:cxn modelId="{E96F60FD-E7B4-448A-AFC5-F59EF3E524ED}" type="presParOf" srcId="{ABA521BF-A9A6-4BD3-8EB1-945DE8AA50CE}" destId="{605F623E-4E5A-477D-8976-7B03AD825B0C}" srcOrd="3" destOrd="0" presId="urn:microsoft.com/office/officeart/2008/layout/NameandTitleOrganizationalChart"/>
    <dgm:cxn modelId="{81BCB358-C9FB-43B8-81C2-CDBC9A2BF9A1}" type="presParOf" srcId="{605F623E-4E5A-477D-8976-7B03AD825B0C}" destId="{A446618D-7218-4FDF-8FA4-7C29452562D9}" srcOrd="0" destOrd="0" presId="urn:microsoft.com/office/officeart/2008/layout/NameandTitleOrganizationalChart"/>
    <dgm:cxn modelId="{8DCE65E4-D18D-4666-896D-DFAF0E2924D5}" type="presParOf" srcId="{A446618D-7218-4FDF-8FA4-7C29452562D9}" destId="{9DF903B2-9BF3-4A84-B490-D258136F8337}" srcOrd="0" destOrd="0" presId="urn:microsoft.com/office/officeart/2008/layout/NameandTitleOrganizationalChart"/>
    <dgm:cxn modelId="{83B30B07-28FD-492C-BCAD-DCDC30C6BF7E}" type="presParOf" srcId="{A446618D-7218-4FDF-8FA4-7C29452562D9}" destId="{18A1E17A-4115-4505-8F75-E7E5E361F15B}" srcOrd="1" destOrd="0" presId="urn:microsoft.com/office/officeart/2008/layout/NameandTitleOrganizationalChart"/>
    <dgm:cxn modelId="{281F550A-CB9C-4ED1-A25D-03ECA5C03FAE}" type="presParOf" srcId="{A446618D-7218-4FDF-8FA4-7C29452562D9}" destId="{6B48358B-B1F9-400E-A65A-3C207E62C02E}" srcOrd="2" destOrd="0" presId="urn:microsoft.com/office/officeart/2008/layout/NameandTitleOrganizationalChart"/>
    <dgm:cxn modelId="{9C9BF55E-76F1-4772-ADC3-11E088CABB30}" type="presParOf" srcId="{605F623E-4E5A-477D-8976-7B03AD825B0C}" destId="{EE670B71-CB9C-4836-9E21-1592BD77FDE4}" srcOrd="1" destOrd="0" presId="urn:microsoft.com/office/officeart/2008/layout/NameandTitleOrganizationalChart"/>
    <dgm:cxn modelId="{5C59B2A4-46CA-4304-94C6-DEBB4F9371B4}" type="presParOf" srcId="{605F623E-4E5A-477D-8976-7B03AD825B0C}" destId="{DA2842FC-CD03-4764-BEFE-918C491E0F4F}" srcOrd="2" destOrd="0" presId="urn:microsoft.com/office/officeart/2008/layout/NameandTitleOrganizationalChart"/>
    <dgm:cxn modelId="{325B4C72-9233-4BFC-8117-2CB52F65B955}" type="presParOf" srcId="{E60BB71F-A2E2-4790-956C-1EDEA08EFA5C}" destId="{C4549F52-0E44-449F-8414-9722D8A38FD4}" srcOrd="2" destOrd="0" presId="urn:microsoft.com/office/officeart/2008/layout/NameandTitleOrganizationalChart"/>
    <dgm:cxn modelId="{ED1CF6A0-6B95-4FFF-9718-F8D9656A797A}" type="presParOf" srcId="{F5E92B0C-1753-4B2B-B723-0A655F9B2BD6}" destId="{6CCBD9B5-D222-4D50-A154-CE79FD24DCBF}" srcOrd="2" destOrd="0" presId="urn:microsoft.com/office/officeart/2008/layout/NameandTitleOrganizationalChart"/>
    <dgm:cxn modelId="{9DD38424-7723-42BE-8767-E79B2EA11EE5}" type="presParOf" srcId="{F5E92B0C-1753-4B2B-B723-0A655F9B2BD6}" destId="{416960A7-6F8F-4E54-BCEB-E8895CD9A544}" srcOrd="3" destOrd="0" presId="urn:microsoft.com/office/officeart/2008/layout/NameandTitleOrganizationalChart"/>
    <dgm:cxn modelId="{942FFD07-A4FA-49FD-979D-FD1E5E616B60}" type="presParOf" srcId="{416960A7-6F8F-4E54-BCEB-E8895CD9A544}" destId="{8678F4BE-C6A7-4D0F-93BA-71FB7FAEE277}" srcOrd="0" destOrd="0" presId="urn:microsoft.com/office/officeart/2008/layout/NameandTitleOrganizationalChart"/>
    <dgm:cxn modelId="{1545430B-E49F-4572-BB1E-C3297E4EA9D7}" type="presParOf" srcId="{8678F4BE-C6A7-4D0F-93BA-71FB7FAEE277}" destId="{ABFC9189-5253-4FB4-A364-F8927D099521}" srcOrd="0" destOrd="0" presId="urn:microsoft.com/office/officeart/2008/layout/NameandTitleOrganizationalChart"/>
    <dgm:cxn modelId="{EC98C46C-F179-4088-8706-79E88B232C2C}" type="presParOf" srcId="{8678F4BE-C6A7-4D0F-93BA-71FB7FAEE277}" destId="{9FB8EF38-DB7A-43DF-9156-9D72ACF78DAC}" srcOrd="1" destOrd="0" presId="urn:microsoft.com/office/officeart/2008/layout/NameandTitleOrganizationalChart"/>
    <dgm:cxn modelId="{4F682AC0-8313-4AFA-A02C-380858D0A499}" type="presParOf" srcId="{8678F4BE-C6A7-4D0F-93BA-71FB7FAEE277}" destId="{E4562165-11CC-4C9E-B1AC-0A619C517A32}" srcOrd="2" destOrd="0" presId="urn:microsoft.com/office/officeart/2008/layout/NameandTitleOrganizationalChart"/>
    <dgm:cxn modelId="{AE4BF65D-BBD6-4837-95F5-6C960CC81F79}" type="presParOf" srcId="{416960A7-6F8F-4E54-BCEB-E8895CD9A544}" destId="{1A09B4F8-AC18-472E-B8DD-B30E9019EE56}" srcOrd="1" destOrd="0" presId="urn:microsoft.com/office/officeart/2008/layout/NameandTitleOrganizationalChart"/>
    <dgm:cxn modelId="{EF13B6F1-390D-499B-B501-133AE01CEF5B}" type="presParOf" srcId="{416960A7-6F8F-4E54-BCEB-E8895CD9A544}" destId="{741D1D21-5B23-4E00-AA99-B796FEC7F4AD}" srcOrd="2" destOrd="0" presId="urn:microsoft.com/office/officeart/2008/layout/NameandTitleOrganizationalChart"/>
    <dgm:cxn modelId="{B9BFDEE8-72BF-4538-9207-FF85008FE4C6}" type="presParOf" srcId="{E9826E32-3ED8-4C6A-9755-5131B0FA3EFD}" destId="{E34AB496-E0C5-4DD0-BCD8-5375F50D29B3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DEBBE2B-D2CD-478B-A624-DCCA7E2E5C9B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D36FC18-49C4-449D-A979-4C00445CD985}">
      <dgm:prSet phldrT="[Text]" phldr="0"/>
      <dgm:spPr/>
      <dgm:t>
        <a:bodyPr/>
        <a:lstStyle/>
        <a:p>
          <a:r>
            <a:rPr lang="en-US" dirty="0"/>
            <a:t>Non-equivalent Queries</a:t>
          </a:r>
          <a:endParaRPr lang="en-IN" dirty="0"/>
        </a:p>
      </dgm:t>
    </dgm:pt>
    <dgm:pt modelId="{4B3B5003-D584-46FB-890E-799713F45AAE}" type="parTrans" cxnId="{1B35C74B-526F-49BC-B35E-F6205817467B}">
      <dgm:prSet/>
      <dgm:spPr/>
      <dgm:t>
        <a:bodyPr/>
        <a:lstStyle/>
        <a:p>
          <a:endParaRPr lang="en-IN"/>
        </a:p>
      </dgm:t>
    </dgm:pt>
    <dgm:pt modelId="{FBA1AA27-9BC7-4B4E-9C28-E092BCF99FC5}" type="sibTrans" cxnId="{1B35C74B-526F-49BC-B35E-F6205817467B}">
      <dgm:prSet/>
      <dgm:spPr/>
      <dgm:t>
        <a:bodyPr/>
        <a:lstStyle/>
        <a:p>
          <a:r>
            <a:rPr lang="en-US" dirty="0"/>
            <a:t>56</a:t>
          </a:r>
          <a:endParaRPr lang="en-IN" dirty="0"/>
        </a:p>
      </dgm:t>
    </dgm:pt>
    <dgm:pt modelId="{38211E13-FC9A-46B1-BAD4-53829F2E4AF5}">
      <dgm:prSet phldrT="[Text]" phldr="0"/>
      <dgm:spPr/>
      <dgm:t>
        <a:bodyPr/>
        <a:lstStyle/>
        <a:p>
          <a:r>
            <a:rPr lang="en-US" dirty="0"/>
            <a:t>True</a:t>
          </a:r>
          <a:endParaRPr lang="en-IN" dirty="0"/>
        </a:p>
      </dgm:t>
    </dgm:pt>
    <dgm:pt modelId="{DCABB8FB-6438-4A37-A9EA-D3FCA9258D79}" type="parTrans" cxnId="{417E8B96-8CE8-45E4-B90F-72AB6288BEAF}">
      <dgm:prSet/>
      <dgm:spPr/>
      <dgm:t>
        <a:bodyPr/>
        <a:lstStyle/>
        <a:p>
          <a:endParaRPr lang="en-IN"/>
        </a:p>
      </dgm:t>
    </dgm:pt>
    <dgm:pt modelId="{1F381493-2769-4E68-81CD-20194A90A6B1}" type="sibTrans" cxnId="{417E8B96-8CE8-45E4-B90F-72AB6288BEAF}">
      <dgm:prSet/>
      <dgm:spPr/>
      <dgm:t>
        <a:bodyPr/>
        <a:lstStyle/>
        <a:p>
          <a:r>
            <a:rPr lang="en-US" dirty="0"/>
            <a:t>9</a:t>
          </a:r>
          <a:endParaRPr lang="en-IN" dirty="0"/>
        </a:p>
      </dgm:t>
    </dgm:pt>
    <dgm:pt modelId="{18A32163-A49E-49F2-8C0F-4C752EF09049}">
      <dgm:prSet phldrT="[Text]" phldr="0"/>
      <dgm:spPr/>
      <dgm:t>
        <a:bodyPr/>
        <a:lstStyle/>
        <a:p>
          <a:r>
            <a:rPr lang="en-US" dirty="0"/>
            <a:t>False</a:t>
          </a:r>
          <a:endParaRPr lang="en-IN" dirty="0"/>
        </a:p>
      </dgm:t>
    </dgm:pt>
    <dgm:pt modelId="{AB04B52D-DBD8-4DA4-A624-1CFFCCD321B9}" type="parTrans" cxnId="{F1B86C11-A244-48F8-A776-77DD061D9F21}">
      <dgm:prSet/>
      <dgm:spPr/>
      <dgm:t>
        <a:bodyPr/>
        <a:lstStyle/>
        <a:p>
          <a:endParaRPr lang="en-IN"/>
        </a:p>
      </dgm:t>
    </dgm:pt>
    <dgm:pt modelId="{49D1BA52-5C31-4AC5-B13D-0711B95A0925}" type="sibTrans" cxnId="{F1B86C11-A244-48F8-A776-77DD061D9F21}">
      <dgm:prSet/>
      <dgm:spPr/>
      <dgm:t>
        <a:bodyPr/>
        <a:lstStyle/>
        <a:p>
          <a:r>
            <a:rPr lang="en-US" dirty="0"/>
            <a:t>47</a:t>
          </a:r>
          <a:endParaRPr lang="en-IN" dirty="0"/>
        </a:p>
      </dgm:t>
    </dgm:pt>
    <dgm:pt modelId="{5F41FC5E-269D-4E3E-88C9-D6EB8CB1CB80}" type="pres">
      <dgm:prSet presAssocID="{7DEBBE2B-D2CD-478B-A624-DCCA7E2E5C9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71F465C9-E69A-4CD4-9B81-9A603327AE16}" type="pres">
      <dgm:prSet presAssocID="{0D36FC18-49C4-449D-A979-4C00445CD985}" presName="hierRoot1" presStyleCnt="0">
        <dgm:presLayoutVars>
          <dgm:hierBranch val="init"/>
        </dgm:presLayoutVars>
      </dgm:prSet>
      <dgm:spPr/>
    </dgm:pt>
    <dgm:pt modelId="{E30BBE49-55CA-428F-B3FE-E1AD1D89C62C}" type="pres">
      <dgm:prSet presAssocID="{0D36FC18-49C4-449D-A979-4C00445CD985}" presName="rootComposite1" presStyleCnt="0"/>
      <dgm:spPr/>
    </dgm:pt>
    <dgm:pt modelId="{28761487-D978-4770-931A-3B6806E7ACFB}" type="pres">
      <dgm:prSet presAssocID="{0D36FC18-49C4-449D-A979-4C00445CD985}" presName="rootText1" presStyleLbl="node0" presStyleIdx="0" presStyleCnt="1">
        <dgm:presLayoutVars>
          <dgm:chMax/>
          <dgm:chPref val="3"/>
        </dgm:presLayoutVars>
      </dgm:prSet>
      <dgm:spPr/>
    </dgm:pt>
    <dgm:pt modelId="{56DDFFF1-687B-4442-9CEA-FE708E998B2B}" type="pres">
      <dgm:prSet presAssocID="{0D36FC18-49C4-449D-A979-4C00445CD985}" presName="titleText1" presStyleLbl="fgAcc0" presStyleIdx="0" presStyleCnt="1">
        <dgm:presLayoutVars>
          <dgm:chMax val="0"/>
          <dgm:chPref val="0"/>
        </dgm:presLayoutVars>
      </dgm:prSet>
      <dgm:spPr/>
    </dgm:pt>
    <dgm:pt modelId="{870A9A33-6186-4FF6-ADC5-411017034D36}" type="pres">
      <dgm:prSet presAssocID="{0D36FC18-49C4-449D-A979-4C00445CD985}" presName="rootConnector1" presStyleLbl="node1" presStyleIdx="0" presStyleCnt="2"/>
      <dgm:spPr/>
    </dgm:pt>
    <dgm:pt modelId="{739EFD80-DBFD-48A6-8869-7CA14E0DC37A}" type="pres">
      <dgm:prSet presAssocID="{0D36FC18-49C4-449D-A979-4C00445CD985}" presName="hierChild2" presStyleCnt="0"/>
      <dgm:spPr/>
    </dgm:pt>
    <dgm:pt modelId="{F67DBF10-CA91-4972-9F17-C78CF3301FBE}" type="pres">
      <dgm:prSet presAssocID="{DCABB8FB-6438-4A37-A9EA-D3FCA9258D79}" presName="Name37" presStyleLbl="parChTrans1D2" presStyleIdx="0" presStyleCnt="2"/>
      <dgm:spPr/>
    </dgm:pt>
    <dgm:pt modelId="{64776B9E-1C44-4C5D-8726-95F697B44213}" type="pres">
      <dgm:prSet presAssocID="{38211E13-FC9A-46B1-BAD4-53829F2E4AF5}" presName="hierRoot2" presStyleCnt="0">
        <dgm:presLayoutVars>
          <dgm:hierBranch val="init"/>
        </dgm:presLayoutVars>
      </dgm:prSet>
      <dgm:spPr/>
    </dgm:pt>
    <dgm:pt modelId="{C5BC5D24-C788-4C59-9FF7-E59CA4F64172}" type="pres">
      <dgm:prSet presAssocID="{38211E13-FC9A-46B1-BAD4-53829F2E4AF5}" presName="rootComposite" presStyleCnt="0"/>
      <dgm:spPr/>
    </dgm:pt>
    <dgm:pt modelId="{314B090B-D12C-4EF8-B351-756B190380DB}" type="pres">
      <dgm:prSet presAssocID="{38211E13-FC9A-46B1-BAD4-53829F2E4AF5}" presName="rootText" presStyleLbl="node1" presStyleIdx="0" presStyleCnt="2">
        <dgm:presLayoutVars>
          <dgm:chMax/>
          <dgm:chPref val="3"/>
        </dgm:presLayoutVars>
      </dgm:prSet>
      <dgm:spPr/>
    </dgm:pt>
    <dgm:pt modelId="{A633C4A7-D83C-4214-842B-A8E2DF4514C3}" type="pres">
      <dgm:prSet presAssocID="{38211E13-FC9A-46B1-BAD4-53829F2E4AF5}" presName="titleText2" presStyleLbl="fgAcc1" presStyleIdx="0" presStyleCnt="2">
        <dgm:presLayoutVars>
          <dgm:chMax val="0"/>
          <dgm:chPref val="0"/>
        </dgm:presLayoutVars>
      </dgm:prSet>
      <dgm:spPr/>
    </dgm:pt>
    <dgm:pt modelId="{E9DF7B46-F9C9-47DE-9FC0-E5340CF8787A}" type="pres">
      <dgm:prSet presAssocID="{38211E13-FC9A-46B1-BAD4-53829F2E4AF5}" presName="rootConnector" presStyleLbl="node2" presStyleIdx="0" presStyleCnt="0"/>
      <dgm:spPr/>
    </dgm:pt>
    <dgm:pt modelId="{C00C60F0-D18F-48D7-8CA6-B1168D4D6700}" type="pres">
      <dgm:prSet presAssocID="{38211E13-FC9A-46B1-BAD4-53829F2E4AF5}" presName="hierChild4" presStyleCnt="0"/>
      <dgm:spPr/>
    </dgm:pt>
    <dgm:pt modelId="{BAED79A5-F8DB-45D4-855D-6C4DCBE121FF}" type="pres">
      <dgm:prSet presAssocID="{38211E13-FC9A-46B1-BAD4-53829F2E4AF5}" presName="hierChild5" presStyleCnt="0"/>
      <dgm:spPr/>
    </dgm:pt>
    <dgm:pt modelId="{4F2FF45E-38CC-4BF8-9394-DF508BD4AB79}" type="pres">
      <dgm:prSet presAssocID="{AB04B52D-DBD8-4DA4-A624-1CFFCCD321B9}" presName="Name37" presStyleLbl="parChTrans1D2" presStyleIdx="1" presStyleCnt="2"/>
      <dgm:spPr/>
    </dgm:pt>
    <dgm:pt modelId="{B1336EB9-9006-4647-AFB4-4C49EE748216}" type="pres">
      <dgm:prSet presAssocID="{18A32163-A49E-49F2-8C0F-4C752EF09049}" presName="hierRoot2" presStyleCnt="0">
        <dgm:presLayoutVars>
          <dgm:hierBranch val="init"/>
        </dgm:presLayoutVars>
      </dgm:prSet>
      <dgm:spPr/>
    </dgm:pt>
    <dgm:pt modelId="{6D215604-D465-4AE7-B796-F3A9E6FEFC70}" type="pres">
      <dgm:prSet presAssocID="{18A32163-A49E-49F2-8C0F-4C752EF09049}" presName="rootComposite" presStyleCnt="0"/>
      <dgm:spPr/>
    </dgm:pt>
    <dgm:pt modelId="{51009853-4F3D-4F35-B72E-F048EF6C7501}" type="pres">
      <dgm:prSet presAssocID="{18A32163-A49E-49F2-8C0F-4C752EF09049}" presName="rootText" presStyleLbl="node1" presStyleIdx="1" presStyleCnt="2">
        <dgm:presLayoutVars>
          <dgm:chMax/>
          <dgm:chPref val="3"/>
        </dgm:presLayoutVars>
      </dgm:prSet>
      <dgm:spPr/>
    </dgm:pt>
    <dgm:pt modelId="{54AA2B0E-31AD-4D51-8748-1416B31B78F3}" type="pres">
      <dgm:prSet presAssocID="{18A32163-A49E-49F2-8C0F-4C752EF09049}" presName="titleText2" presStyleLbl="fgAcc1" presStyleIdx="1" presStyleCnt="2">
        <dgm:presLayoutVars>
          <dgm:chMax val="0"/>
          <dgm:chPref val="0"/>
        </dgm:presLayoutVars>
      </dgm:prSet>
      <dgm:spPr/>
    </dgm:pt>
    <dgm:pt modelId="{EB82F02D-0C41-476E-8EE3-591F923A90A9}" type="pres">
      <dgm:prSet presAssocID="{18A32163-A49E-49F2-8C0F-4C752EF09049}" presName="rootConnector" presStyleLbl="node2" presStyleIdx="0" presStyleCnt="0"/>
      <dgm:spPr/>
    </dgm:pt>
    <dgm:pt modelId="{282F1AF0-969D-4157-940C-36CF4EEA9A7B}" type="pres">
      <dgm:prSet presAssocID="{18A32163-A49E-49F2-8C0F-4C752EF09049}" presName="hierChild4" presStyleCnt="0"/>
      <dgm:spPr/>
    </dgm:pt>
    <dgm:pt modelId="{4883B5AB-AF54-480A-9A24-A9288811527B}" type="pres">
      <dgm:prSet presAssocID="{18A32163-A49E-49F2-8C0F-4C752EF09049}" presName="hierChild5" presStyleCnt="0"/>
      <dgm:spPr/>
    </dgm:pt>
    <dgm:pt modelId="{5D168985-34D1-4F6A-98E9-B9B46DE6A0AB}" type="pres">
      <dgm:prSet presAssocID="{0D36FC18-49C4-449D-A979-4C00445CD985}" presName="hierChild3" presStyleCnt="0"/>
      <dgm:spPr/>
    </dgm:pt>
  </dgm:ptLst>
  <dgm:cxnLst>
    <dgm:cxn modelId="{0C93920F-AF10-4001-8D91-203121DF7349}" type="presOf" srcId="{FBA1AA27-9BC7-4B4E-9C28-E092BCF99FC5}" destId="{56DDFFF1-687B-4442-9CEA-FE708E998B2B}" srcOrd="0" destOrd="0" presId="urn:microsoft.com/office/officeart/2008/layout/NameandTitleOrganizationalChart"/>
    <dgm:cxn modelId="{F1B86C11-A244-48F8-A776-77DD061D9F21}" srcId="{0D36FC18-49C4-449D-A979-4C00445CD985}" destId="{18A32163-A49E-49F2-8C0F-4C752EF09049}" srcOrd="1" destOrd="0" parTransId="{AB04B52D-DBD8-4DA4-A624-1CFFCCD321B9}" sibTransId="{49D1BA52-5C31-4AC5-B13D-0711B95A0925}"/>
    <dgm:cxn modelId="{B7D9E81B-FF89-4773-AB16-6AE5E64DD415}" type="presOf" srcId="{18A32163-A49E-49F2-8C0F-4C752EF09049}" destId="{EB82F02D-0C41-476E-8EE3-591F923A90A9}" srcOrd="1" destOrd="0" presId="urn:microsoft.com/office/officeart/2008/layout/NameandTitleOrganizationalChart"/>
    <dgm:cxn modelId="{657C3735-72A7-48C0-BCA1-F3004A667F04}" type="presOf" srcId="{49D1BA52-5C31-4AC5-B13D-0711B95A0925}" destId="{54AA2B0E-31AD-4D51-8748-1416B31B78F3}" srcOrd="0" destOrd="0" presId="urn:microsoft.com/office/officeart/2008/layout/NameandTitleOrganizationalChart"/>
    <dgm:cxn modelId="{31329348-F43E-4469-97F0-6159599F2914}" type="presOf" srcId="{38211E13-FC9A-46B1-BAD4-53829F2E4AF5}" destId="{E9DF7B46-F9C9-47DE-9FC0-E5340CF8787A}" srcOrd="1" destOrd="0" presId="urn:microsoft.com/office/officeart/2008/layout/NameandTitleOrganizationalChart"/>
    <dgm:cxn modelId="{1B35C74B-526F-49BC-B35E-F6205817467B}" srcId="{7DEBBE2B-D2CD-478B-A624-DCCA7E2E5C9B}" destId="{0D36FC18-49C4-449D-A979-4C00445CD985}" srcOrd="0" destOrd="0" parTransId="{4B3B5003-D584-46FB-890E-799713F45AAE}" sibTransId="{FBA1AA27-9BC7-4B4E-9C28-E092BCF99FC5}"/>
    <dgm:cxn modelId="{3B963C53-550C-4F56-BD78-34A3A6E869E0}" type="presOf" srcId="{18A32163-A49E-49F2-8C0F-4C752EF09049}" destId="{51009853-4F3D-4F35-B72E-F048EF6C7501}" srcOrd="0" destOrd="0" presId="urn:microsoft.com/office/officeart/2008/layout/NameandTitleOrganizationalChart"/>
    <dgm:cxn modelId="{3DEC0454-80AD-45FD-9014-DA1A0196BFF6}" type="presOf" srcId="{DCABB8FB-6438-4A37-A9EA-D3FCA9258D79}" destId="{F67DBF10-CA91-4972-9F17-C78CF3301FBE}" srcOrd="0" destOrd="0" presId="urn:microsoft.com/office/officeart/2008/layout/NameandTitleOrganizationalChart"/>
    <dgm:cxn modelId="{417E8B96-8CE8-45E4-B90F-72AB6288BEAF}" srcId="{0D36FC18-49C4-449D-A979-4C00445CD985}" destId="{38211E13-FC9A-46B1-BAD4-53829F2E4AF5}" srcOrd="0" destOrd="0" parTransId="{DCABB8FB-6438-4A37-A9EA-D3FCA9258D79}" sibTransId="{1F381493-2769-4E68-81CD-20194A90A6B1}"/>
    <dgm:cxn modelId="{7397159F-C134-4B19-ADAF-76CD102F862F}" type="presOf" srcId="{0D36FC18-49C4-449D-A979-4C00445CD985}" destId="{28761487-D978-4770-931A-3B6806E7ACFB}" srcOrd="0" destOrd="0" presId="urn:microsoft.com/office/officeart/2008/layout/NameandTitleOrganizationalChart"/>
    <dgm:cxn modelId="{71470BB3-7B3A-4EB7-8C91-FDC81EA2BEFE}" type="presOf" srcId="{1F381493-2769-4E68-81CD-20194A90A6B1}" destId="{A633C4A7-D83C-4214-842B-A8E2DF4514C3}" srcOrd="0" destOrd="0" presId="urn:microsoft.com/office/officeart/2008/layout/NameandTitleOrganizationalChart"/>
    <dgm:cxn modelId="{268F6EC0-ABA1-46E4-9BB3-07889E15E69B}" type="presOf" srcId="{7DEBBE2B-D2CD-478B-A624-DCCA7E2E5C9B}" destId="{5F41FC5E-269D-4E3E-88C9-D6EB8CB1CB80}" srcOrd="0" destOrd="0" presId="urn:microsoft.com/office/officeart/2008/layout/NameandTitleOrganizationalChart"/>
    <dgm:cxn modelId="{15C27FED-BF4B-4D05-9172-0B8BA5C2ED3E}" type="presOf" srcId="{AB04B52D-DBD8-4DA4-A624-1CFFCCD321B9}" destId="{4F2FF45E-38CC-4BF8-9394-DF508BD4AB79}" srcOrd="0" destOrd="0" presId="urn:microsoft.com/office/officeart/2008/layout/NameandTitleOrganizationalChart"/>
    <dgm:cxn modelId="{347EE4EE-29E2-4C97-B770-E9F24FAB5A28}" type="presOf" srcId="{38211E13-FC9A-46B1-BAD4-53829F2E4AF5}" destId="{314B090B-D12C-4EF8-B351-756B190380DB}" srcOrd="0" destOrd="0" presId="urn:microsoft.com/office/officeart/2008/layout/NameandTitleOrganizationalChart"/>
    <dgm:cxn modelId="{E0DDE1FD-6319-479D-910F-9D8B0AA84D2C}" type="presOf" srcId="{0D36FC18-49C4-449D-A979-4C00445CD985}" destId="{870A9A33-6186-4FF6-ADC5-411017034D36}" srcOrd="1" destOrd="0" presId="urn:microsoft.com/office/officeart/2008/layout/NameandTitleOrganizationalChart"/>
    <dgm:cxn modelId="{FAFB9780-F70A-412C-99E8-416517EEB1A3}" type="presParOf" srcId="{5F41FC5E-269D-4E3E-88C9-D6EB8CB1CB80}" destId="{71F465C9-E69A-4CD4-9B81-9A603327AE16}" srcOrd="0" destOrd="0" presId="urn:microsoft.com/office/officeart/2008/layout/NameandTitleOrganizationalChart"/>
    <dgm:cxn modelId="{E11326A6-B612-4A52-95E8-9FF57FD5BA8E}" type="presParOf" srcId="{71F465C9-E69A-4CD4-9B81-9A603327AE16}" destId="{E30BBE49-55CA-428F-B3FE-E1AD1D89C62C}" srcOrd="0" destOrd="0" presId="urn:microsoft.com/office/officeart/2008/layout/NameandTitleOrganizationalChart"/>
    <dgm:cxn modelId="{DC7C4921-4E94-4EA9-8057-5169D910C5F6}" type="presParOf" srcId="{E30BBE49-55CA-428F-B3FE-E1AD1D89C62C}" destId="{28761487-D978-4770-931A-3B6806E7ACFB}" srcOrd="0" destOrd="0" presId="urn:microsoft.com/office/officeart/2008/layout/NameandTitleOrganizationalChart"/>
    <dgm:cxn modelId="{E412C8B2-CC60-477A-9337-661CBBF577F2}" type="presParOf" srcId="{E30BBE49-55CA-428F-B3FE-E1AD1D89C62C}" destId="{56DDFFF1-687B-4442-9CEA-FE708E998B2B}" srcOrd="1" destOrd="0" presId="urn:microsoft.com/office/officeart/2008/layout/NameandTitleOrganizationalChart"/>
    <dgm:cxn modelId="{B44F4B3B-9B65-4978-B59D-D1C08F9A193D}" type="presParOf" srcId="{E30BBE49-55CA-428F-B3FE-E1AD1D89C62C}" destId="{870A9A33-6186-4FF6-ADC5-411017034D36}" srcOrd="2" destOrd="0" presId="urn:microsoft.com/office/officeart/2008/layout/NameandTitleOrganizationalChart"/>
    <dgm:cxn modelId="{35EA0317-2016-4F2A-A91B-0C278F3E1324}" type="presParOf" srcId="{71F465C9-E69A-4CD4-9B81-9A603327AE16}" destId="{739EFD80-DBFD-48A6-8869-7CA14E0DC37A}" srcOrd="1" destOrd="0" presId="urn:microsoft.com/office/officeart/2008/layout/NameandTitleOrganizationalChart"/>
    <dgm:cxn modelId="{AB5C88B5-7566-46A1-A446-04B696D3161F}" type="presParOf" srcId="{739EFD80-DBFD-48A6-8869-7CA14E0DC37A}" destId="{F67DBF10-CA91-4972-9F17-C78CF3301FBE}" srcOrd="0" destOrd="0" presId="urn:microsoft.com/office/officeart/2008/layout/NameandTitleOrganizationalChart"/>
    <dgm:cxn modelId="{40415B7C-9D84-4944-98BF-A77DE9FE0AB7}" type="presParOf" srcId="{739EFD80-DBFD-48A6-8869-7CA14E0DC37A}" destId="{64776B9E-1C44-4C5D-8726-95F697B44213}" srcOrd="1" destOrd="0" presId="urn:microsoft.com/office/officeart/2008/layout/NameandTitleOrganizationalChart"/>
    <dgm:cxn modelId="{FD651931-68A5-4FB2-A435-7A7CE79DFD0D}" type="presParOf" srcId="{64776B9E-1C44-4C5D-8726-95F697B44213}" destId="{C5BC5D24-C788-4C59-9FF7-E59CA4F64172}" srcOrd="0" destOrd="0" presId="urn:microsoft.com/office/officeart/2008/layout/NameandTitleOrganizationalChart"/>
    <dgm:cxn modelId="{028642F4-B987-44D9-9178-F82903A5E268}" type="presParOf" srcId="{C5BC5D24-C788-4C59-9FF7-E59CA4F64172}" destId="{314B090B-D12C-4EF8-B351-756B190380DB}" srcOrd="0" destOrd="0" presId="urn:microsoft.com/office/officeart/2008/layout/NameandTitleOrganizationalChart"/>
    <dgm:cxn modelId="{570D7C2E-9964-4E91-914A-CFC2443A39DF}" type="presParOf" srcId="{C5BC5D24-C788-4C59-9FF7-E59CA4F64172}" destId="{A633C4A7-D83C-4214-842B-A8E2DF4514C3}" srcOrd="1" destOrd="0" presId="urn:microsoft.com/office/officeart/2008/layout/NameandTitleOrganizationalChart"/>
    <dgm:cxn modelId="{55F79F05-39DF-4DD7-9C30-E6814EB9FF39}" type="presParOf" srcId="{C5BC5D24-C788-4C59-9FF7-E59CA4F64172}" destId="{E9DF7B46-F9C9-47DE-9FC0-E5340CF8787A}" srcOrd="2" destOrd="0" presId="urn:microsoft.com/office/officeart/2008/layout/NameandTitleOrganizationalChart"/>
    <dgm:cxn modelId="{98458644-A90B-42C7-BB8F-7463F67FE612}" type="presParOf" srcId="{64776B9E-1C44-4C5D-8726-95F697B44213}" destId="{C00C60F0-D18F-48D7-8CA6-B1168D4D6700}" srcOrd="1" destOrd="0" presId="urn:microsoft.com/office/officeart/2008/layout/NameandTitleOrganizationalChart"/>
    <dgm:cxn modelId="{AABB7C9D-59A5-4944-8CE8-5A3F06616782}" type="presParOf" srcId="{64776B9E-1C44-4C5D-8726-95F697B44213}" destId="{BAED79A5-F8DB-45D4-855D-6C4DCBE121FF}" srcOrd="2" destOrd="0" presId="urn:microsoft.com/office/officeart/2008/layout/NameandTitleOrganizationalChart"/>
    <dgm:cxn modelId="{B3D9EE8A-E9F4-4FEE-97DB-C271779DE153}" type="presParOf" srcId="{739EFD80-DBFD-48A6-8869-7CA14E0DC37A}" destId="{4F2FF45E-38CC-4BF8-9394-DF508BD4AB79}" srcOrd="2" destOrd="0" presId="urn:microsoft.com/office/officeart/2008/layout/NameandTitleOrganizationalChart"/>
    <dgm:cxn modelId="{DC7BDBF9-9F65-46D3-9F52-4C7FB0BDBADA}" type="presParOf" srcId="{739EFD80-DBFD-48A6-8869-7CA14E0DC37A}" destId="{B1336EB9-9006-4647-AFB4-4C49EE748216}" srcOrd="3" destOrd="0" presId="urn:microsoft.com/office/officeart/2008/layout/NameandTitleOrganizationalChart"/>
    <dgm:cxn modelId="{268DC288-FC2F-47F6-BCCB-A50B6E0ECAE1}" type="presParOf" srcId="{B1336EB9-9006-4647-AFB4-4C49EE748216}" destId="{6D215604-D465-4AE7-B796-F3A9E6FEFC70}" srcOrd="0" destOrd="0" presId="urn:microsoft.com/office/officeart/2008/layout/NameandTitleOrganizationalChart"/>
    <dgm:cxn modelId="{BB1FB4B9-B02D-4ED3-8452-B08B0558F37A}" type="presParOf" srcId="{6D215604-D465-4AE7-B796-F3A9E6FEFC70}" destId="{51009853-4F3D-4F35-B72E-F048EF6C7501}" srcOrd="0" destOrd="0" presId="urn:microsoft.com/office/officeart/2008/layout/NameandTitleOrganizationalChart"/>
    <dgm:cxn modelId="{012855C6-F927-46C8-B8DB-6CFC8092C85D}" type="presParOf" srcId="{6D215604-D465-4AE7-B796-F3A9E6FEFC70}" destId="{54AA2B0E-31AD-4D51-8748-1416B31B78F3}" srcOrd="1" destOrd="0" presId="urn:microsoft.com/office/officeart/2008/layout/NameandTitleOrganizationalChart"/>
    <dgm:cxn modelId="{4CB31D1E-5A5D-4364-8B29-BFB3B645745B}" type="presParOf" srcId="{6D215604-D465-4AE7-B796-F3A9E6FEFC70}" destId="{EB82F02D-0C41-476E-8EE3-591F923A90A9}" srcOrd="2" destOrd="0" presId="urn:microsoft.com/office/officeart/2008/layout/NameandTitleOrganizationalChart"/>
    <dgm:cxn modelId="{13DB6477-369F-4E77-BDBE-D0D05C0A675E}" type="presParOf" srcId="{B1336EB9-9006-4647-AFB4-4C49EE748216}" destId="{282F1AF0-969D-4157-940C-36CF4EEA9A7B}" srcOrd="1" destOrd="0" presId="urn:microsoft.com/office/officeart/2008/layout/NameandTitleOrganizationalChart"/>
    <dgm:cxn modelId="{5F5890C7-9E75-41C4-9F2D-EAF74F75DE29}" type="presParOf" srcId="{B1336EB9-9006-4647-AFB4-4C49EE748216}" destId="{4883B5AB-AF54-480A-9A24-A9288811527B}" srcOrd="2" destOrd="0" presId="urn:microsoft.com/office/officeart/2008/layout/NameandTitleOrganizationalChart"/>
    <dgm:cxn modelId="{C94FFB40-B20A-4B6A-82B9-6BEB6363A77E}" type="presParOf" srcId="{71F465C9-E69A-4CD4-9B81-9A603327AE16}" destId="{5D168985-34D1-4F6A-98E9-B9B46DE6A0AB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BCAE8E-A491-4EAB-A512-FCC54DEAA4D1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38CAA-2598-46EA-B30F-27FE8FF97712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C8D29-6B9C-4FD2-9B1C-EB3ECF7E6FD2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Query plans for the same SQL query can look different but still be equivalent.</a:t>
          </a:r>
        </a:p>
      </dsp:txBody>
      <dsp:txXfrm>
        <a:off x="1686304" y="623"/>
        <a:ext cx="5530111" cy="1460003"/>
      </dsp:txXfrm>
    </dsp:sp>
    <dsp:sp modelId="{1FA60000-3A31-4E37-AE9B-FD8DBB7ED224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76520-CF6E-4725-9994-2D333091CAC1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CDFC8-4544-46C7-B69F-A179B9EC840C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Equivalence testing is important for database optimizers, correctness testing, and detecting redundant queries.</a:t>
          </a:r>
        </a:p>
      </dsp:txBody>
      <dsp:txXfrm>
        <a:off x="1686304" y="1825628"/>
        <a:ext cx="5530111" cy="1460003"/>
      </dsp:txXfrm>
    </dsp:sp>
    <dsp:sp modelId="{8C371C55-DC9B-4B8D-AA24-5869A9E4A541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D68AF-28D2-4C67-8227-7A8AFAC85978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834164-70C8-4D34-A396-46D68ECE1A2B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Existing tools (like PostgreSQL’s planner) can’t easily verify plan equivalence — hence this research.</a:t>
          </a:r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3DA778-CC1C-4EB5-A569-23ED6987B85C}">
      <dsp:nvSpPr>
        <dsp:cNvPr id="0" name=""/>
        <dsp:cNvSpPr/>
      </dsp:nvSpPr>
      <dsp:spPr>
        <a:xfrm>
          <a:off x="629328" y="22022"/>
          <a:ext cx="777568" cy="7775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F2B11E-10C6-4806-86DC-8B638F69FCEA}">
      <dsp:nvSpPr>
        <dsp:cNvPr id="0" name=""/>
        <dsp:cNvSpPr/>
      </dsp:nvSpPr>
      <dsp:spPr>
        <a:xfrm>
          <a:off x="122060" y="921356"/>
          <a:ext cx="1727929" cy="242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require query plans as input for the LLM.</a:t>
          </a:r>
        </a:p>
      </dsp:txBody>
      <dsp:txXfrm>
        <a:off x="122060" y="921356"/>
        <a:ext cx="1727929" cy="2420915"/>
      </dsp:txXfrm>
    </dsp:sp>
    <dsp:sp modelId="{3DFC030B-141F-4924-B9C5-248EE751BCD9}">
      <dsp:nvSpPr>
        <dsp:cNvPr id="0" name=""/>
        <dsp:cNvSpPr/>
      </dsp:nvSpPr>
      <dsp:spPr>
        <a:xfrm>
          <a:off x="2659646" y="22022"/>
          <a:ext cx="777568" cy="7775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9EBBD-77E3-4226-996E-0FF4DE98CF04}">
      <dsp:nvSpPr>
        <dsp:cNvPr id="0" name=""/>
        <dsp:cNvSpPr/>
      </dsp:nvSpPr>
      <dsp:spPr>
        <a:xfrm>
          <a:off x="2152378" y="921356"/>
          <a:ext cx="1727929" cy="242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We have used the EXPLAIN JSON command in PostgreSQL to obtain the detailed query plan in JSON format.</a:t>
          </a:r>
        </a:p>
      </dsp:txBody>
      <dsp:txXfrm>
        <a:off x="2152378" y="921356"/>
        <a:ext cx="1727929" cy="2420915"/>
      </dsp:txXfrm>
    </dsp:sp>
    <dsp:sp modelId="{65458E59-0F5F-4E40-9A67-9CDB82D82F98}">
      <dsp:nvSpPr>
        <dsp:cNvPr id="0" name=""/>
        <dsp:cNvSpPr/>
      </dsp:nvSpPr>
      <dsp:spPr>
        <a:xfrm>
          <a:off x="4689963" y="22022"/>
          <a:ext cx="777568" cy="7775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78F7D-5EB7-4015-8295-175E838DDC1F}">
      <dsp:nvSpPr>
        <dsp:cNvPr id="0" name=""/>
        <dsp:cNvSpPr/>
      </dsp:nvSpPr>
      <dsp:spPr>
        <a:xfrm>
          <a:off x="4182695" y="921356"/>
          <a:ext cx="1727929" cy="2420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We then “clean” the query plan to remove system-specific information such as planning time, execution time, no. of disk blocks read, etc.</a:t>
          </a:r>
        </a:p>
      </dsp:txBody>
      <dsp:txXfrm>
        <a:off x="4182695" y="921356"/>
        <a:ext cx="1727929" cy="2420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BD9B5-D222-4D50-A154-CE79FD24DCBF}">
      <dsp:nvSpPr>
        <dsp:cNvPr id="0" name=""/>
        <dsp:cNvSpPr/>
      </dsp:nvSpPr>
      <dsp:spPr>
        <a:xfrm>
          <a:off x="3734084" y="1286401"/>
          <a:ext cx="1336026" cy="59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5189"/>
              </a:lnTo>
              <a:lnTo>
                <a:pt x="1336026" y="355189"/>
              </a:lnTo>
              <a:lnTo>
                <a:pt x="1336026" y="5958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9E13E-7148-4327-887F-482977586B1F}">
      <dsp:nvSpPr>
        <dsp:cNvPr id="0" name=""/>
        <dsp:cNvSpPr/>
      </dsp:nvSpPr>
      <dsp:spPr>
        <a:xfrm>
          <a:off x="2398057" y="2913397"/>
          <a:ext cx="1336026" cy="5958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5189"/>
              </a:lnTo>
              <a:lnTo>
                <a:pt x="1336026" y="355189"/>
              </a:lnTo>
              <a:lnTo>
                <a:pt x="1336026" y="5958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53F16C-8455-400C-AA1B-E00CD6668659}">
      <dsp:nvSpPr>
        <dsp:cNvPr id="0" name=""/>
        <dsp:cNvSpPr/>
      </dsp:nvSpPr>
      <dsp:spPr>
        <a:xfrm>
          <a:off x="1062030" y="2913397"/>
          <a:ext cx="1336026" cy="595801"/>
        </a:xfrm>
        <a:custGeom>
          <a:avLst/>
          <a:gdLst/>
          <a:ahLst/>
          <a:cxnLst/>
          <a:rect l="0" t="0" r="0" b="0"/>
          <a:pathLst>
            <a:path>
              <a:moveTo>
                <a:pt x="1336026" y="0"/>
              </a:moveTo>
              <a:lnTo>
                <a:pt x="1336026" y="355189"/>
              </a:lnTo>
              <a:lnTo>
                <a:pt x="0" y="355189"/>
              </a:lnTo>
              <a:lnTo>
                <a:pt x="0" y="59580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2A1F66-DCAE-47EA-AB66-E513F1BE3492}">
      <dsp:nvSpPr>
        <dsp:cNvPr id="0" name=""/>
        <dsp:cNvSpPr/>
      </dsp:nvSpPr>
      <dsp:spPr>
        <a:xfrm>
          <a:off x="2398057" y="1286401"/>
          <a:ext cx="1336026" cy="595801"/>
        </a:xfrm>
        <a:custGeom>
          <a:avLst/>
          <a:gdLst/>
          <a:ahLst/>
          <a:cxnLst/>
          <a:rect l="0" t="0" r="0" b="0"/>
          <a:pathLst>
            <a:path>
              <a:moveTo>
                <a:pt x="1336026" y="0"/>
              </a:moveTo>
              <a:lnTo>
                <a:pt x="1336026" y="355189"/>
              </a:lnTo>
              <a:lnTo>
                <a:pt x="0" y="355189"/>
              </a:lnTo>
              <a:lnTo>
                <a:pt x="0" y="5958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E3223D-88AB-47BE-9E1F-8663C373A0FA}">
      <dsp:nvSpPr>
        <dsp:cNvPr id="0" name=""/>
        <dsp:cNvSpPr/>
      </dsp:nvSpPr>
      <dsp:spPr>
        <a:xfrm>
          <a:off x="2738252" y="255206"/>
          <a:ext cx="1991662" cy="1031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4551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Equivalent Queries</a:t>
          </a:r>
          <a:endParaRPr lang="en-IN" sz="2100" kern="1200" dirty="0"/>
        </a:p>
      </dsp:txBody>
      <dsp:txXfrm>
        <a:off x="2738252" y="255206"/>
        <a:ext cx="1991662" cy="1031194"/>
      </dsp:txXfrm>
    </dsp:sp>
    <dsp:sp modelId="{D2438533-996F-4692-8673-C0221F966158}">
      <dsp:nvSpPr>
        <dsp:cNvPr id="0" name=""/>
        <dsp:cNvSpPr/>
      </dsp:nvSpPr>
      <dsp:spPr>
        <a:xfrm>
          <a:off x="3136585" y="1057247"/>
          <a:ext cx="1792496" cy="3437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55880" bIns="1397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57</a:t>
          </a:r>
          <a:endParaRPr lang="en-IN" sz="2200" kern="1200" dirty="0"/>
        </a:p>
      </dsp:txBody>
      <dsp:txXfrm>
        <a:off x="3136585" y="1057247"/>
        <a:ext cx="1792496" cy="343731"/>
      </dsp:txXfrm>
    </dsp:sp>
    <dsp:sp modelId="{C38E6153-0D03-4525-9B92-9D1713FA2FBB}">
      <dsp:nvSpPr>
        <dsp:cNvPr id="0" name=""/>
        <dsp:cNvSpPr/>
      </dsp:nvSpPr>
      <dsp:spPr>
        <a:xfrm>
          <a:off x="1402226" y="1882203"/>
          <a:ext cx="1991662" cy="1031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4551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True</a:t>
          </a:r>
          <a:endParaRPr lang="en-IN" sz="2100" kern="1200" dirty="0"/>
        </a:p>
      </dsp:txBody>
      <dsp:txXfrm>
        <a:off x="1402226" y="1882203"/>
        <a:ext cx="1991662" cy="1031194"/>
      </dsp:txXfrm>
    </dsp:sp>
    <dsp:sp modelId="{1D4C6507-E277-4E8C-A726-BC9E7A003BAE}">
      <dsp:nvSpPr>
        <dsp:cNvPr id="0" name=""/>
        <dsp:cNvSpPr/>
      </dsp:nvSpPr>
      <dsp:spPr>
        <a:xfrm>
          <a:off x="1800558" y="2684243"/>
          <a:ext cx="1792496" cy="3437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55880" bIns="1397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47</a:t>
          </a:r>
          <a:endParaRPr lang="en-IN" sz="2200" kern="1200" dirty="0"/>
        </a:p>
      </dsp:txBody>
      <dsp:txXfrm>
        <a:off x="1800558" y="2684243"/>
        <a:ext cx="1792496" cy="343731"/>
      </dsp:txXfrm>
    </dsp:sp>
    <dsp:sp modelId="{E071BE0E-28C0-4C62-83A3-F791878E8D71}">
      <dsp:nvSpPr>
        <dsp:cNvPr id="0" name=""/>
        <dsp:cNvSpPr/>
      </dsp:nvSpPr>
      <dsp:spPr>
        <a:xfrm>
          <a:off x="66199" y="3509199"/>
          <a:ext cx="1991662" cy="1031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4551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List of some Transformations</a:t>
          </a:r>
          <a:endParaRPr lang="en-IN" sz="2100" kern="1200" dirty="0"/>
        </a:p>
      </dsp:txBody>
      <dsp:txXfrm>
        <a:off x="66199" y="3509199"/>
        <a:ext cx="1991662" cy="1031194"/>
      </dsp:txXfrm>
    </dsp:sp>
    <dsp:sp modelId="{FA6D5007-DFE9-44D0-B544-661FBA312D1A}">
      <dsp:nvSpPr>
        <dsp:cNvPr id="0" name=""/>
        <dsp:cNvSpPr/>
      </dsp:nvSpPr>
      <dsp:spPr>
        <a:xfrm>
          <a:off x="464531" y="4311239"/>
          <a:ext cx="1792496" cy="3437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55880" bIns="1397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23</a:t>
          </a:r>
          <a:endParaRPr lang="en-IN" sz="2200" kern="1200" dirty="0"/>
        </a:p>
      </dsp:txBody>
      <dsp:txXfrm>
        <a:off x="464531" y="4311239"/>
        <a:ext cx="1792496" cy="343731"/>
      </dsp:txXfrm>
    </dsp:sp>
    <dsp:sp modelId="{9DF903B2-9BF3-4A84-B490-D258136F8337}">
      <dsp:nvSpPr>
        <dsp:cNvPr id="0" name=""/>
        <dsp:cNvSpPr/>
      </dsp:nvSpPr>
      <dsp:spPr>
        <a:xfrm>
          <a:off x="2738252" y="3509199"/>
          <a:ext cx="1991662" cy="1031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4551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No transformations found</a:t>
          </a:r>
          <a:endParaRPr lang="en-IN" sz="2100" kern="1200" dirty="0"/>
        </a:p>
      </dsp:txBody>
      <dsp:txXfrm>
        <a:off x="2738252" y="3509199"/>
        <a:ext cx="1991662" cy="1031194"/>
      </dsp:txXfrm>
    </dsp:sp>
    <dsp:sp modelId="{18A1E17A-4115-4505-8F75-E7E5E361F15B}">
      <dsp:nvSpPr>
        <dsp:cNvPr id="0" name=""/>
        <dsp:cNvSpPr/>
      </dsp:nvSpPr>
      <dsp:spPr>
        <a:xfrm>
          <a:off x="3136585" y="4311239"/>
          <a:ext cx="1792496" cy="3437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55880" bIns="1397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24</a:t>
          </a:r>
          <a:endParaRPr lang="en-IN" sz="2200" kern="1200" dirty="0"/>
        </a:p>
      </dsp:txBody>
      <dsp:txXfrm>
        <a:off x="3136585" y="4311239"/>
        <a:ext cx="1792496" cy="343731"/>
      </dsp:txXfrm>
    </dsp:sp>
    <dsp:sp modelId="{ABFC9189-5253-4FB4-A364-F8927D099521}">
      <dsp:nvSpPr>
        <dsp:cNvPr id="0" name=""/>
        <dsp:cNvSpPr/>
      </dsp:nvSpPr>
      <dsp:spPr>
        <a:xfrm>
          <a:off x="4074279" y="1882203"/>
          <a:ext cx="1991662" cy="10311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45513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False</a:t>
          </a:r>
          <a:endParaRPr lang="en-IN" sz="2100" kern="1200" dirty="0"/>
        </a:p>
      </dsp:txBody>
      <dsp:txXfrm>
        <a:off x="4074279" y="1882203"/>
        <a:ext cx="1991662" cy="1031194"/>
      </dsp:txXfrm>
    </dsp:sp>
    <dsp:sp modelId="{9FB8EF38-DB7A-43DF-9156-9D72ACF78DAC}">
      <dsp:nvSpPr>
        <dsp:cNvPr id="0" name=""/>
        <dsp:cNvSpPr/>
      </dsp:nvSpPr>
      <dsp:spPr>
        <a:xfrm>
          <a:off x="4472612" y="2684243"/>
          <a:ext cx="1792496" cy="34373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880" tIns="13970" rIns="55880" bIns="1397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10</a:t>
          </a:r>
          <a:endParaRPr lang="en-IN" sz="2200" kern="1200" dirty="0"/>
        </a:p>
      </dsp:txBody>
      <dsp:txXfrm>
        <a:off x="4472612" y="2684243"/>
        <a:ext cx="1792496" cy="343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FF45E-38CC-4BF8-9394-DF508BD4AB79}">
      <dsp:nvSpPr>
        <dsp:cNvPr id="0" name=""/>
        <dsp:cNvSpPr/>
      </dsp:nvSpPr>
      <dsp:spPr>
        <a:xfrm>
          <a:off x="2418698" y="1844453"/>
          <a:ext cx="1355740" cy="6045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0430"/>
              </a:lnTo>
              <a:lnTo>
                <a:pt x="1355740" y="360430"/>
              </a:lnTo>
              <a:lnTo>
                <a:pt x="1355740" y="60459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7DBF10-CA91-4972-9F17-C78CF3301FBE}">
      <dsp:nvSpPr>
        <dsp:cNvPr id="0" name=""/>
        <dsp:cNvSpPr/>
      </dsp:nvSpPr>
      <dsp:spPr>
        <a:xfrm>
          <a:off x="1062958" y="1844453"/>
          <a:ext cx="1355740" cy="604592"/>
        </a:xfrm>
        <a:custGeom>
          <a:avLst/>
          <a:gdLst/>
          <a:ahLst/>
          <a:cxnLst/>
          <a:rect l="0" t="0" r="0" b="0"/>
          <a:pathLst>
            <a:path>
              <a:moveTo>
                <a:pt x="1355740" y="0"/>
              </a:moveTo>
              <a:lnTo>
                <a:pt x="1355740" y="360430"/>
              </a:lnTo>
              <a:lnTo>
                <a:pt x="0" y="360430"/>
              </a:lnTo>
              <a:lnTo>
                <a:pt x="0" y="60459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61487-D978-4770-931A-3B6806E7ACFB}">
      <dsp:nvSpPr>
        <dsp:cNvPr id="0" name=""/>
        <dsp:cNvSpPr/>
      </dsp:nvSpPr>
      <dsp:spPr>
        <a:xfrm>
          <a:off x="1408173" y="798043"/>
          <a:ext cx="2021050" cy="1046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766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Non-equivalent Queries</a:t>
          </a:r>
          <a:endParaRPr lang="en-IN" sz="2300" kern="1200" dirty="0"/>
        </a:p>
      </dsp:txBody>
      <dsp:txXfrm>
        <a:off x="1408173" y="798043"/>
        <a:ext cx="2021050" cy="1046410"/>
      </dsp:txXfrm>
    </dsp:sp>
    <dsp:sp modelId="{56DDFFF1-687B-4442-9CEA-FE708E998B2B}">
      <dsp:nvSpPr>
        <dsp:cNvPr id="0" name=""/>
        <dsp:cNvSpPr/>
      </dsp:nvSpPr>
      <dsp:spPr>
        <a:xfrm>
          <a:off x="1812383" y="1611918"/>
          <a:ext cx="1818945" cy="3488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56</a:t>
          </a:r>
          <a:endParaRPr lang="en-IN" sz="2300" kern="1200" dirty="0"/>
        </a:p>
      </dsp:txBody>
      <dsp:txXfrm>
        <a:off x="1812383" y="1611918"/>
        <a:ext cx="1818945" cy="348803"/>
      </dsp:txXfrm>
    </dsp:sp>
    <dsp:sp modelId="{314B090B-D12C-4EF8-B351-756B190380DB}">
      <dsp:nvSpPr>
        <dsp:cNvPr id="0" name=""/>
        <dsp:cNvSpPr/>
      </dsp:nvSpPr>
      <dsp:spPr>
        <a:xfrm>
          <a:off x="52433" y="2449046"/>
          <a:ext cx="2021050" cy="1046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766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True</a:t>
          </a:r>
          <a:endParaRPr lang="en-IN" sz="2300" kern="1200" dirty="0"/>
        </a:p>
      </dsp:txBody>
      <dsp:txXfrm>
        <a:off x="52433" y="2449046"/>
        <a:ext cx="2021050" cy="1046410"/>
      </dsp:txXfrm>
    </dsp:sp>
    <dsp:sp modelId="{A633C4A7-D83C-4214-842B-A8E2DF4514C3}">
      <dsp:nvSpPr>
        <dsp:cNvPr id="0" name=""/>
        <dsp:cNvSpPr/>
      </dsp:nvSpPr>
      <dsp:spPr>
        <a:xfrm>
          <a:off x="456643" y="3262921"/>
          <a:ext cx="1818945" cy="3488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9</a:t>
          </a:r>
          <a:endParaRPr lang="en-IN" sz="2300" kern="1200" dirty="0"/>
        </a:p>
      </dsp:txBody>
      <dsp:txXfrm>
        <a:off x="456643" y="3262921"/>
        <a:ext cx="1818945" cy="348803"/>
      </dsp:txXfrm>
    </dsp:sp>
    <dsp:sp modelId="{51009853-4F3D-4F35-B72E-F048EF6C7501}">
      <dsp:nvSpPr>
        <dsp:cNvPr id="0" name=""/>
        <dsp:cNvSpPr/>
      </dsp:nvSpPr>
      <dsp:spPr>
        <a:xfrm>
          <a:off x="2763913" y="2449046"/>
          <a:ext cx="2021050" cy="10464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766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False</a:t>
          </a:r>
          <a:endParaRPr lang="en-IN" sz="2300" kern="1200" dirty="0"/>
        </a:p>
      </dsp:txBody>
      <dsp:txXfrm>
        <a:off x="2763913" y="2449046"/>
        <a:ext cx="2021050" cy="1046410"/>
      </dsp:txXfrm>
    </dsp:sp>
    <dsp:sp modelId="{54AA2B0E-31AD-4D51-8748-1416B31B78F3}">
      <dsp:nvSpPr>
        <dsp:cNvPr id="0" name=""/>
        <dsp:cNvSpPr/>
      </dsp:nvSpPr>
      <dsp:spPr>
        <a:xfrm>
          <a:off x="3168123" y="3262921"/>
          <a:ext cx="1818945" cy="34880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420" tIns="14605" rIns="58420" bIns="14605" numCol="1" spcCol="1270" anchor="ctr" anchorCtr="0">
          <a:noAutofit/>
        </a:bodyPr>
        <a:lstStyle/>
        <a:p>
          <a:pPr marL="0" lvl="0" indent="0" algn="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47</a:t>
          </a:r>
          <a:endParaRPr lang="en-IN" sz="2300" kern="1200" dirty="0"/>
        </a:p>
      </dsp:txBody>
      <dsp:txXfrm>
        <a:off x="3168123" y="3262921"/>
        <a:ext cx="1818945" cy="348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59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3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810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49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7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01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5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1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02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612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40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0" r:id="rId6"/>
    <p:sldLayoutId id="2147483761" r:id="rId7"/>
    <p:sldLayoutId id="2147483760" r:id="rId8"/>
    <p:sldLayoutId id="2147483759" r:id="rId9"/>
    <p:sldLayoutId id="2147483758" r:id="rId10"/>
    <p:sldLayoutId id="214748375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Illuminated server room panel">
            <a:extLst>
              <a:ext uri="{FF2B5EF4-FFF2-40B4-BE49-F238E27FC236}">
                <a16:creationId xmlns:a16="http://schemas.microsoft.com/office/drawing/2014/main" id="{2BE7843A-6746-2015-DC6F-EF9A0996C8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2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7181FE4-9339-D455-B519-61A2C571A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79" y="985233"/>
            <a:ext cx="8405597" cy="3355853"/>
          </a:xfrm>
        </p:spPr>
        <p:txBody>
          <a:bodyPr anchor="t">
            <a:normAutofit/>
          </a:bodyPr>
          <a:lstStyle/>
          <a:p>
            <a:r>
              <a:rPr lang="en-US" sz="6000" dirty="0"/>
              <a:t>Using LLM to </a:t>
            </a:r>
            <a:br>
              <a:rPr lang="en-US" sz="6000" dirty="0"/>
            </a:br>
            <a:r>
              <a:rPr lang="en-US" sz="6000" dirty="0"/>
              <a:t>Evaluate </a:t>
            </a:r>
            <a:br>
              <a:rPr lang="en-US" sz="6000" dirty="0"/>
            </a:br>
            <a:r>
              <a:rPr lang="en-US" sz="6000" dirty="0"/>
              <a:t>Query Plan Equivalence</a:t>
            </a:r>
            <a:endParaRPr lang="en-IN" sz="5600" dirty="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33FBF76-65BA-5EAC-8EE0-1F7384407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7409" y="5320406"/>
            <a:ext cx="4439920" cy="1104721"/>
          </a:xfrm>
        </p:spPr>
        <p:txBody>
          <a:bodyPr anchor="t">
            <a:normAutofit fontScale="85000" lnSpcReduction="20000"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Suhas Kamath 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&amp;</a:t>
            </a:r>
          </a:p>
          <a:p>
            <a:pPr algn="ctr"/>
            <a:r>
              <a:rPr lang="en-US" dirty="0">
                <a:solidFill>
                  <a:srgbClr val="FFFFFF"/>
                </a:solidFill>
              </a:rPr>
              <a:t>Anish Tiwari</a:t>
            </a:r>
            <a:endParaRPr lang="en-IN" dirty="0">
              <a:solidFill>
                <a:srgbClr val="FFFFFF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142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8ECBD-20CB-39A4-A816-8FA940118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IN" sz="3600"/>
              <a:t>Motivation / Problem Statement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38D686C-0F92-7C89-C3F1-753B3B79A9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8871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554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31E75-775E-A615-BA8D-AAA7F97A5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Project Objectives</a:t>
            </a:r>
            <a:endParaRPr lang="en-IN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8B3DE390-58A5-4E02-6D3D-E2C797F328F7}"/>
              </a:ext>
            </a:extLst>
          </p:cNvPr>
          <p:cNvGrpSpPr/>
          <p:nvPr/>
        </p:nvGrpSpPr>
        <p:grpSpPr>
          <a:xfrm>
            <a:off x="640929" y="2559050"/>
            <a:ext cx="10889228" cy="3738863"/>
            <a:chOff x="640929" y="2559050"/>
            <a:chExt cx="10889228" cy="3738863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E7C0247-68FD-A69E-AB14-CCED376D8656}"/>
                </a:ext>
              </a:extLst>
            </p:cNvPr>
            <p:cNvSpPr/>
            <p:nvPr/>
          </p:nvSpPr>
          <p:spPr>
            <a:xfrm>
              <a:off x="640929" y="2559050"/>
              <a:ext cx="3445958" cy="3738863"/>
            </a:xfrm>
            <a:custGeom>
              <a:avLst/>
              <a:gdLst>
                <a:gd name="connsiteX0" fmla="*/ 0 w 3445958"/>
                <a:gd name="connsiteY0" fmla="*/ 0 h 3738863"/>
                <a:gd name="connsiteX1" fmla="*/ 3445958 w 3445958"/>
                <a:gd name="connsiteY1" fmla="*/ 0 h 3738863"/>
                <a:gd name="connsiteX2" fmla="*/ 3445958 w 3445958"/>
                <a:gd name="connsiteY2" fmla="*/ 3738863 h 3738863"/>
                <a:gd name="connsiteX3" fmla="*/ 0 w 3445958"/>
                <a:gd name="connsiteY3" fmla="*/ 3738863 h 3738863"/>
                <a:gd name="connsiteX4" fmla="*/ 0 w 3445958"/>
                <a:gd name="connsiteY4" fmla="*/ 0 h 373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3738863">
                  <a:moveTo>
                    <a:pt x="0" y="0"/>
                  </a:moveTo>
                  <a:lnTo>
                    <a:pt x="3445958" y="0"/>
                  </a:lnTo>
                  <a:lnTo>
                    <a:pt x="3445958" y="3738863"/>
                  </a:lnTo>
                  <a:lnTo>
                    <a:pt x="0" y="37388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495545" rIns="340384" bIns="330201" numCol="1" spcCol="1270" anchor="t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/>
                <a:t>Using LLMs to check if two query plans are equal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023E75A-36EF-EBC3-A430-F1109DCE54AC}"/>
                </a:ext>
              </a:extLst>
            </p:cNvPr>
            <p:cNvSpPr/>
            <p:nvPr/>
          </p:nvSpPr>
          <p:spPr>
            <a:xfrm>
              <a:off x="640929" y="2559050"/>
              <a:ext cx="3445958" cy="1495545"/>
            </a:xfrm>
            <a:custGeom>
              <a:avLst/>
              <a:gdLst>
                <a:gd name="connsiteX0" fmla="*/ 0 w 3445958"/>
                <a:gd name="connsiteY0" fmla="*/ 0 h 1495545"/>
                <a:gd name="connsiteX1" fmla="*/ 3445958 w 3445958"/>
                <a:gd name="connsiteY1" fmla="*/ 0 h 1495545"/>
                <a:gd name="connsiteX2" fmla="*/ 3445958 w 3445958"/>
                <a:gd name="connsiteY2" fmla="*/ 1495545 h 1495545"/>
                <a:gd name="connsiteX3" fmla="*/ 0 w 3445958"/>
                <a:gd name="connsiteY3" fmla="*/ 1495545 h 1495545"/>
                <a:gd name="connsiteX4" fmla="*/ 0 w 3445958"/>
                <a:gd name="connsiteY4" fmla="*/ 0 h 1495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1495545">
                  <a:moveTo>
                    <a:pt x="0" y="0"/>
                  </a:moveTo>
                  <a:lnTo>
                    <a:pt x="3445958" y="0"/>
                  </a:lnTo>
                  <a:lnTo>
                    <a:pt x="3445958" y="1495545"/>
                  </a:lnTo>
                  <a:lnTo>
                    <a:pt x="0" y="14955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65100" rIns="340384" bIns="165100" numCol="1" spcCol="1270" anchor="ctr" anchorCtr="0">
              <a:noAutofit/>
            </a:bodyPr>
            <a:lstStyle/>
            <a:p>
              <a:pPr marL="0" lvl="0" indent="0" algn="l" defTabSz="2933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kern="1200"/>
                <a:t>01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B102C19-4C62-B5DD-BC93-F5EA473BB3F4}"/>
                </a:ext>
              </a:extLst>
            </p:cNvPr>
            <p:cNvSpPr/>
            <p:nvPr/>
          </p:nvSpPr>
          <p:spPr>
            <a:xfrm>
              <a:off x="4362564" y="2559050"/>
              <a:ext cx="3445958" cy="3738863"/>
            </a:xfrm>
            <a:custGeom>
              <a:avLst/>
              <a:gdLst>
                <a:gd name="connsiteX0" fmla="*/ 0 w 3445958"/>
                <a:gd name="connsiteY0" fmla="*/ 0 h 3738863"/>
                <a:gd name="connsiteX1" fmla="*/ 3445958 w 3445958"/>
                <a:gd name="connsiteY1" fmla="*/ 0 h 3738863"/>
                <a:gd name="connsiteX2" fmla="*/ 3445958 w 3445958"/>
                <a:gd name="connsiteY2" fmla="*/ 3738863 h 3738863"/>
                <a:gd name="connsiteX3" fmla="*/ 0 w 3445958"/>
                <a:gd name="connsiteY3" fmla="*/ 3738863 h 3738863"/>
                <a:gd name="connsiteX4" fmla="*/ 0 w 3445958"/>
                <a:gd name="connsiteY4" fmla="*/ 0 h 373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3738863">
                  <a:moveTo>
                    <a:pt x="0" y="0"/>
                  </a:moveTo>
                  <a:lnTo>
                    <a:pt x="3445958" y="0"/>
                  </a:lnTo>
                  <a:lnTo>
                    <a:pt x="3445958" y="3738863"/>
                  </a:lnTo>
                  <a:lnTo>
                    <a:pt x="0" y="37388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495545" rIns="340384" bIns="330201" numCol="1" spcCol="1270" anchor="t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300" kern="1200" dirty="0"/>
                <a:t>If the plans are equal, what are the transformations required to map from Plan A to Plan B?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8B19AAF-07E0-D5E8-F389-CC01D58DE895}"/>
                </a:ext>
              </a:extLst>
            </p:cNvPr>
            <p:cNvSpPr/>
            <p:nvPr/>
          </p:nvSpPr>
          <p:spPr>
            <a:xfrm>
              <a:off x="4362564" y="2559050"/>
              <a:ext cx="3445958" cy="1495545"/>
            </a:xfrm>
            <a:custGeom>
              <a:avLst/>
              <a:gdLst>
                <a:gd name="connsiteX0" fmla="*/ 0 w 3445958"/>
                <a:gd name="connsiteY0" fmla="*/ 0 h 1495545"/>
                <a:gd name="connsiteX1" fmla="*/ 3445958 w 3445958"/>
                <a:gd name="connsiteY1" fmla="*/ 0 h 1495545"/>
                <a:gd name="connsiteX2" fmla="*/ 3445958 w 3445958"/>
                <a:gd name="connsiteY2" fmla="*/ 1495545 h 1495545"/>
                <a:gd name="connsiteX3" fmla="*/ 0 w 3445958"/>
                <a:gd name="connsiteY3" fmla="*/ 1495545 h 1495545"/>
                <a:gd name="connsiteX4" fmla="*/ 0 w 3445958"/>
                <a:gd name="connsiteY4" fmla="*/ 0 h 1495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1495545">
                  <a:moveTo>
                    <a:pt x="0" y="0"/>
                  </a:moveTo>
                  <a:lnTo>
                    <a:pt x="3445958" y="0"/>
                  </a:lnTo>
                  <a:lnTo>
                    <a:pt x="3445958" y="1495545"/>
                  </a:lnTo>
                  <a:lnTo>
                    <a:pt x="0" y="14955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65100" rIns="340384" bIns="165100" numCol="1" spcCol="1270" anchor="ctr" anchorCtr="0">
              <a:noAutofit/>
            </a:bodyPr>
            <a:lstStyle/>
            <a:p>
              <a:pPr marL="0" lvl="0" indent="0" algn="l" defTabSz="2933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kern="1200"/>
                <a:t>02</a:t>
              </a: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B94E96D-6B33-C137-E30C-EAEE8D1B54E1}"/>
                </a:ext>
              </a:extLst>
            </p:cNvPr>
            <p:cNvSpPr/>
            <p:nvPr/>
          </p:nvSpPr>
          <p:spPr>
            <a:xfrm>
              <a:off x="8084199" y="2559050"/>
              <a:ext cx="3445958" cy="3738863"/>
            </a:xfrm>
            <a:custGeom>
              <a:avLst/>
              <a:gdLst>
                <a:gd name="connsiteX0" fmla="*/ 0 w 3445958"/>
                <a:gd name="connsiteY0" fmla="*/ 0 h 3738863"/>
                <a:gd name="connsiteX1" fmla="*/ 3445958 w 3445958"/>
                <a:gd name="connsiteY1" fmla="*/ 0 h 3738863"/>
                <a:gd name="connsiteX2" fmla="*/ 3445958 w 3445958"/>
                <a:gd name="connsiteY2" fmla="*/ 3738863 h 3738863"/>
                <a:gd name="connsiteX3" fmla="*/ 0 w 3445958"/>
                <a:gd name="connsiteY3" fmla="*/ 3738863 h 3738863"/>
                <a:gd name="connsiteX4" fmla="*/ 0 w 3445958"/>
                <a:gd name="connsiteY4" fmla="*/ 0 h 3738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3738863">
                  <a:moveTo>
                    <a:pt x="0" y="0"/>
                  </a:moveTo>
                  <a:lnTo>
                    <a:pt x="3445958" y="0"/>
                  </a:lnTo>
                  <a:lnTo>
                    <a:pt x="3445958" y="3738863"/>
                  </a:lnTo>
                  <a:lnTo>
                    <a:pt x="0" y="3738863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495545" rIns="340384" bIns="330201" numCol="1" spcCol="1270" anchor="t" anchorCtr="0">
              <a:noAutofit/>
            </a:bodyPr>
            <a:lstStyle/>
            <a:p>
              <a:pPr marL="0" lvl="0" indent="0" algn="l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300" kern="1200"/>
                <a:t>Using Apache Calcite to check the LLM’s response</a:t>
              </a:r>
              <a:endParaRPr lang="en-US" sz="2300" kern="12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5E77BB0-EE14-F8BB-CB08-6CC8E72B325D}"/>
                </a:ext>
              </a:extLst>
            </p:cNvPr>
            <p:cNvSpPr/>
            <p:nvPr/>
          </p:nvSpPr>
          <p:spPr>
            <a:xfrm>
              <a:off x="8084199" y="2559050"/>
              <a:ext cx="3445958" cy="1495545"/>
            </a:xfrm>
            <a:custGeom>
              <a:avLst/>
              <a:gdLst>
                <a:gd name="connsiteX0" fmla="*/ 0 w 3445958"/>
                <a:gd name="connsiteY0" fmla="*/ 0 h 1495545"/>
                <a:gd name="connsiteX1" fmla="*/ 3445958 w 3445958"/>
                <a:gd name="connsiteY1" fmla="*/ 0 h 1495545"/>
                <a:gd name="connsiteX2" fmla="*/ 3445958 w 3445958"/>
                <a:gd name="connsiteY2" fmla="*/ 1495545 h 1495545"/>
                <a:gd name="connsiteX3" fmla="*/ 0 w 3445958"/>
                <a:gd name="connsiteY3" fmla="*/ 1495545 h 1495545"/>
                <a:gd name="connsiteX4" fmla="*/ 0 w 3445958"/>
                <a:gd name="connsiteY4" fmla="*/ 0 h 1495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45958" h="1495545">
                  <a:moveTo>
                    <a:pt x="0" y="0"/>
                  </a:moveTo>
                  <a:lnTo>
                    <a:pt x="3445958" y="0"/>
                  </a:lnTo>
                  <a:lnTo>
                    <a:pt x="3445958" y="1495545"/>
                  </a:lnTo>
                  <a:lnTo>
                    <a:pt x="0" y="14955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40384" tIns="165100" rIns="340384" bIns="165100" numCol="1" spcCol="1270" anchor="ctr" anchorCtr="0">
              <a:noAutofit/>
            </a:bodyPr>
            <a:lstStyle/>
            <a:p>
              <a:pPr marL="0" lvl="0" indent="0" algn="l" defTabSz="2933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6600" kern="1200"/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012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64A43-2A0F-E441-BED7-4A3EA7944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094" y="753151"/>
            <a:ext cx="4185751" cy="1905401"/>
          </a:xfrm>
        </p:spPr>
        <p:txBody>
          <a:bodyPr anchor="t">
            <a:normAutofit/>
          </a:bodyPr>
          <a:lstStyle/>
          <a:p>
            <a:r>
              <a:rPr lang="en-US" sz="3700" dirty="0"/>
              <a:t>Step 1: Extracting query plans from PostgreSQL</a:t>
            </a:r>
            <a:endParaRPr lang="en-IN" sz="3700" dirty="0"/>
          </a:p>
        </p:txBody>
      </p:sp>
      <p:pic>
        <p:nvPicPr>
          <p:cNvPr id="2050" name="Picture 2" descr="Intro to PostgreSQL. Create and Query Postgres Database | by Lauren  Cunningham | CodeX | Medium">
            <a:extLst>
              <a:ext uri="{FF2B5EF4-FFF2-40B4-BE49-F238E27FC236}">
                <a16:creationId xmlns:a16="http://schemas.microsoft.com/office/drawing/2014/main" id="{13001CFF-F7D0-9DF8-72B9-89BAD36E8A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75" r="66162" b="8248"/>
          <a:stretch>
            <a:fillRect/>
          </a:stretch>
        </p:blipFill>
        <p:spPr bwMode="auto">
          <a:xfrm>
            <a:off x="857908" y="68779"/>
            <a:ext cx="755659" cy="844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9E69138-E433-0D39-FFBA-25EF3FA5DF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067180"/>
              </p:ext>
            </p:extLst>
          </p:nvPr>
        </p:nvGraphicFramePr>
        <p:xfrm>
          <a:off x="5877846" y="66854"/>
          <a:ext cx="6096861" cy="3807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FF82CAD1-AD69-CFCC-6520-7D6E95E3E895}"/>
              </a:ext>
            </a:extLst>
          </p:cNvPr>
          <p:cNvSpPr>
            <a:spLocks noGrp="1"/>
          </p:cNvSpPr>
          <p:nvPr/>
        </p:nvSpPr>
        <p:spPr>
          <a:xfrm>
            <a:off x="297885" y="2748558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Step 2: Prompt Engineering</a:t>
            </a:r>
            <a:endParaRPr lang="en-IN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5C97AC4-C5E7-977F-C895-E8AD9238A815}"/>
              </a:ext>
            </a:extLst>
          </p:cNvPr>
          <p:cNvSpPr>
            <a:spLocks noGrp="1"/>
          </p:cNvSpPr>
          <p:nvPr/>
        </p:nvSpPr>
        <p:spPr>
          <a:xfrm>
            <a:off x="297885" y="3845838"/>
            <a:ext cx="4403868" cy="277618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need the LLM to output only two things:</a:t>
            </a:r>
          </a:p>
          <a:p>
            <a:pPr lvl="1"/>
            <a:r>
              <a:rPr lang="en-IN" dirty="0"/>
              <a:t>Whether the query plans are equal</a:t>
            </a:r>
          </a:p>
          <a:p>
            <a:pPr lvl="1"/>
            <a:r>
              <a:rPr lang="en-IN" dirty="0"/>
              <a:t>If they are equivalent, what are the transformations that map from plan A to plan B.</a:t>
            </a:r>
          </a:p>
          <a:p>
            <a:r>
              <a:rPr lang="en-IN" dirty="0"/>
              <a:t>After plenty of trials, we have found that the following prompt achieves the best results: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B7E8608-2568-D853-9CBD-D04F72D2940A}"/>
              </a:ext>
            </a:extLst>
          </p:cNvPr>
          <p:cNvSpPr txBox="1">
            <a:spLocks/>
          </p:cNvSpPr>
          <p:nvPr/>
        </p:nvSpPr>
        <p:spPr>
          <a:xfrm>
            <a:off x="4981208" y="3540246"/>
            <a:ext cx="6728402" cy="30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 these two query plans and if they are equivalent, output true. Otherwise, output false. If true, output the following:</a:t>
            </a:r>
          </a:p>
          <a:p>
            <a:pPr marL="0" indent="0">
              <a:buNone/>
            </a:pPr>
            <a:r>
              <a:rPr lang="en-US" sz="15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list of Apache calcite transformations that can map from the first plan to the second plan.</a:t>
            </a:r>
          </a:p>
          <a:p>
            <a:pPr marL="0" indent="0">
              <a:buNone/>
            </a:pPr>
            <a:r>
              <a:rPr lang="en-US" sz="15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NOT OUTPUT ANYTHING ELSE. DO NOT GIVE ANY EXPLANATIONS.</a:t>
            </a:r>
          </a:p>
          <a:p>
            <a:pPr marL="0" indent="0">
              <a:buNone/>
            </a:pPr>
            <a:r>
              <a:rPr lang="en-US" sz="1500" b="1" i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transformations from the following supported list only. If no transformations can map the first plan to the second plan, output "No transformations found".</a:t>
            </a:r>
            <a:endParaRPr lang="en-IN" sz="1500" b="1" i="1" dirty="0">
              <a:solidFill>
                <a:schemeClr val="accent1">
                  <a:lumMod val="7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59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5" grpId="0">
        <p:bldAsOne/>
      </p:bldGraphic>
      <p:bldP spid="13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EB3E40-4F89-522D-385C-AD357A2AD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7FB38E-504A-F6BD-33A0-1E15DF267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62720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65E60851-CD4D-8445-68B7-6984089E782D}"/>
              </a:ext>
            </a:extLst>
          </p:cNvPr>
          <p:cNvSpPr txBox="1">
            <a:spLocks/>
          </p:cNvSpPr>
          <p:nvPr/>
        </p:nvSpPr>
        <p:spPr>
          <a:xfrm>
            <a:off x="597061" y="1197243"/>
            <a:ext cx="4057650" cy="21390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Step 3: Apache Calcite</a:t>
            </a:r>
            <a:endParaRPr lang="en-IN" dirty="0"/>
          </a:p>
        </p:txBody>
      </p:sp>
      <p:pic>
        <p:nvPicPr>
          <p:cNvPr id="12" name="Picture 11" descr="Apache calcite : How to produced physical(Optimised) tree ...">
            <a:extLst>
              <a:ext uri="{FF2B5EF4-FFF2-40B4-BE49-F238E27FC236}">
                <a16:creationId xmlns:a16="http://schemas.microsoft.com/office/drawing/2014/main" id="{EA6FAC9B-6193-D582-F7A8-F28DBCCAC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467"/>
          <a:stretch>
            <a:fillRect/>
          </a:stretch>
        </p:blipFill>
        <p:spPr bwMode="auto">
          <a:xfrm>
            <a:off x="878228" y="-1637"/>
            <a:ext cx="716486" cy="976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ED1B2E3-2F67-623D-81AB-061B43FF851A}"/>
              </a:ext>
            </a:extLst>
          </p:cNvPr>
          <p:cNvSpPr txBox="1">
            <a:spLocks/>
          </p:cNvSpPr>
          <p:nvPr/>
        </p:nvSpPr>
        <p:spPr>
          <a:xfrm>
            <a:off x="4270477" y="282843"/>
            <a:ext cx="7592469" cy="267964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Apache Calcite is an open-source framework for building databases and data management systems.</a:t>
            </a:r>
          </a:p>
          <a:p>
            <a:r>
              <a:rPr lang="en-US" dirty="0"/>
              <a:t>It includes a SQL parser, an API for building expressions in relational algebra, and a query planning engine.</a:t>
            </a:r>
          </a:p>
          <a:p>
            <a:r>
              <a:rPr lang="en-US" dirty="0"/>
              <a:t>We use Apache Calcite to check the LLM’s answers</a:t>
            </a:r>
          </a:p>
          <a:p>
            <a:r>
              <a:rPr lang="en-US" dirty="0"/>
              <a:t>This is currently a work in progress</a:t>
            </a:r>
          </a:p>
          <a:p>
            <a:r>
              <a:rPr lang="en-US" dirty="0"/>
              <a:t>We know how to equate two basic queries, but we are yet to find out how to apply transformations to query plans.</a:t>
            </a:r>
            <a:endParaRPr lang="en-IN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07480E81-FE4F-B116-48BE-0023BDCC9A76}"/>
              </a:ext>
            </a:extLst>
          </p:cNvPr>
          <p:cNvSpPr txBox="1">
            <a:spLocks/>
          </p:cNvSpPr>
          <p:nvPr/>
        </p:nvSpPr>
        <p:spPr>
          <a:xfrm>
            <a:off x="714445" y="3815257"/>
            <a:ext cx="3439684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Future Work</a:t>
            </a:r>
            <a:endParaRPr lang="en-IN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968EE36-A79D-2D6F-2339-66A13A72EA62}"/>
              </a:ext>
            </a:extLst>
          </p:cNvPr>
          <p:cNvSpPr txBox="1">
            <a:spLocks/>
          </p:cNvSpPr>
          <p:nvPr/>
        </p:nvSpPr>
        <p:spPr>
          <a:xfrm>
            <a:off x="4272782" y="3812165"/>
            <a:ext cx="7446940" cy="18340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are currently using OpenAI’s GPT-5. We can try using other LLMs, such as Google’s Gemini, Claude, etc. and see if they provide a better accuracy than GPT-5.</a:t>
            </a:r>
          </a:p>
          <a:p>
            <a:r>
              <a:rPr lang="en-US" dirty="0"/>
              <a:t>We need to try to find the limitations of the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29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7AF5-A9BF-C338-F682-7A7EF3057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91730"/>
            <a:ext cx="10890929" cy="1097280"/>
          </a:xfrm>
        </p:spPr>
        <p:txBody>
          <a:bodyPr/>
          <a:lstStyle/>
          <a:p>
            <a:r>
              <a:rPr lang="en-US"/>
              <a:t>Proof of Concept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8C5DC-C8F9-4D28-3C20-F3AF36AEF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99535"/>
            <a:ext cx="10890928" cy="500009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Query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s_suppkey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supplier, nation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s_nationkey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n_nationkey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'GERMANY'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s_suppkey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desc,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12)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c_custkey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customer,  orders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c_custkey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o_custkey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o_orderpriority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'1-URGENT'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ORDER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c_custkey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desc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10);</a:t>
            </a:r>
          </a:p>
          <a:p>
            <a:r>
              <a:rPr lang="en-IN" dirty="0"/>
              <a:t>Query 2: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C.c_name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C.c_custkey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customer AS C, orders AS O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O.o_custkey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C.c_custkey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AND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O.o_orderpriority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= '1-URGENT’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C.c_custkey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C.c_name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DESC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10)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 ALL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S.s_name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S.s_suppkey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   supplier AS S,    nation AS N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S.s_nationkey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N.n_nationkey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 AND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N.n_name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= 'GERMANY’ ORDER BY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S.s_suppkey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DESC, </a:t>
            </a:r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S.s_name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b="1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12);</a:t>
            </a:r>
          </a:p>
          <a:p>
            <a:r>
              <a:rPr lang="en-US" dirty="0"/>
              <a:t>Output from the LLM: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UnionMergeRule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19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76BB4-2217-AA3C-5BE4-955D57A2E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91730"/>
            <a:ext cx="10890929" cy="1097280"/>
          </a:xfrm>
        </p:spPr>
        <p:txBody>
          <a:bodyPr/>
          <a:lstStyle/>
          <a:p>
            <a:r>
              <a:rPr lang="en-US" dirty="0"/>
              <a:t>LLM Testing Results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FEAD7D-D63D-AF6A-3E71-D966F71ECF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6182627"/>
              </p:ext>
            </p:extLst>
          </p:nvPr>
        </p:nvGraphicFramePr>
        <p:xfrm>
          <a:off x="639764" y="1289011"/>
          <a:ext cx="6331308" cy="4910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5F996AB-C108-520C-3F95-C44FF50C63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7174423"/>
              </p:ext>
            </p:extLst>
          </p:nvPr>
        </p:nvGraphicFramePr>
        <p:xfrm>
          <a:off x="6648027" y="2448232"/>
          <a:ext cx="5039502" cy="44097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9F1D22-BB03-0915-6B5C-80B51CDE51A2}"/>
              </a:ext>
            </a:extLst>
          </p:cNvPr>
          <p:cNvSpPr txBox="1">
            <a:spLocks/>
          </p:cNvSpPr>
          <p:nvPr/>
        </p:nvSpPr>
        <p:spPr>
          <a:xfrm>
            <a:off x="6095999" y="250971"/>
            <a:ext cx="5591530" cy="2776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Probability that LLM gives the correct equivalence </a:t>
            </a:r>
            <a:r>
              <a:rPr lang="en-US" dirty="0"/>
              <a:t>≈ 66 %</a:t>
            </a:r>
          </a:p>
          <a:p>
            <a:r>
              <a:rPr lang="en-IN" dirty="0"/>
              <a:t>Only around ½ of the plans actually result in transformations being output from the LLM!!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4571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P spid="6" grpId="0" build="allAtOnce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Words>715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DashVTI</vt:lpstr>
      <vt:lpstr>Using LLM to  Evaluate  Query Plan Equivalence</vt:lpstr>
      <vt:lpstr>Motivation / Problem Statement</vt:lpstr>
      <vt:lpstr>Project Objectives</vt:lpstr>
      <vt:lpstr>Step 1: Extracting query plans from PostgreSQL</vt:lpstr>
      <vt:lpstr>PowerPoint Presentation</vt:lpstr>
      <vt:lpstr>Proof of Concept</vt:lpstr>
      <vt:lpstr>LLM Testing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Suhas Kamath</dc:creator>
  <cp:lastModifiedBy>Anish Tiwari</cp:lastModifiedBy>
  <cp:revision>37</cp:revision>
  <dcterms:created xsi:type="dcterms:W3CDTF">2025-10-22T05:14:40Z</dcterms:created>
  <dcterms:modified xsi:type="dcterms:W3CDTF">2025-10-24T10:59:34Z</dcterms:modified>
</cp:coreProperties>
</file>